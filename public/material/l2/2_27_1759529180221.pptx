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Lst>
  <p:notesMasterIdLst>
    <p:notesMasterId r:id="rId25"/>
  </p:notesMasterIdLst>
  <p:sldIdLst>
    <p:sldId id="2841" r:id="rId4"/>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5" r:id="rId23"/>
    <p:sldId id="274" r:id="rId24"/>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147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0" name="PlaceHolder 1"/>
          <p:cNvSpPr>
            <a:spLocks noGrp="1" noRot="1" noChangeAspect="1"/>
          </p:cNvSpPr>
          <p:nvPr>
            <p:ph type="sldImg"/>
          </p:nvPr>
        </p:nvSpPr>
        <p:spPr>
          <a:xfrm>
            <a:off x="216000" y="812520"/>
            <a:ext cx="7127280" cy="4008960"/>
          </a:xfrm>
          <a:prstGeom prst="rect">
            <a:avLst/>
          </a:prstGeom>
        </p:spPr>
        <p:txBody>
          <a:bodyPr lIns="0" tIns="0" rIns="0" bIns="0" anchor="ctr">
            <a:noAutofit/>
          </a:bodyPr>
          <a:lstStyle/>
          <a:p>
            <a:pPr algn="ctr"/>
            <a:r>
              <a:rPr lang="en-IN" sz="4400" b="0" strike="noStrike" spc="-1">
                <a:latin typeface="Arial"/>
              </a:rPr>
              <a:t>Click to move the slide</a:t>
            </a:r>
          </a:p>
        </p:txBody>
      </p:sp>
      <p:sp>
        <p:nvSpPr>
          <p:cNvPr id="121" name="PlaceHolder 2"/>
          <p:cNvSpPr>
            <a:spLocks noGrp="1"/>
          </p:cNvSpPr>
          <p:nvPr>
            <p:ph type="body"/>
          </p:nvPr>
        </p:nvSpPr>
        <p:spPr>
          <a:xfrm>
            <a:off x="756000" y="5078520"/>
            <a:ext cx="6047640" cy="4811040"/>
          </a:xfrm>
          <a:prstGeom prst="rect">
            <a:avLst/>
          </a:prstGeom>
        </p:spPr>
        <p:txBody>
          <a:bodyPr lIns="0" tIns="0" rIns="0" bIns="0">
            <a:noAutofit/>
          </a:bodyPr>
          <a:lstStyle/>
          <a:p>
            <a:r>
              <a:rPr lang="en-IN" sz="2000" b="0" strike="noStrike" spc="-1">
                <a:latin typeface="Arial"/>
              </a:rPr>
              <a:t>Click to edit the notes format</a:t>
            </a:r>
          </a:p>
        </p:txBody>
      </p:sp>
      <p:sp>
        <p:nvSpPr>
          <p:cNvPr id="122" name="PlaceHolder 3"/>
          <p:cNvSpPr>
            <a:spLocks noGrp="1"/>
          </p:cNvSpPr>
          <p:nvPr>
            <p:ph type="hdr"/>
          </p:nvPr>
        </p:nvSpPr>
        <p:spPr>
          <a:xfrm>
            <a:off x="0" y="0"/>
            <a:ext cx="3280680" cy="534240"/>
          </a:xfrm>
          <a:prstGeom prst="rect">
            <a:avLst/>
          </a:prstGeom>
        </p:spPr>
        <p:txBody>
          <a:bodyPr lIns="0" tIns="0" rIns="0" bIns="0">
            <a:noAutofit/>
          </a:bodyPr>
          <a:lstStyle/>
          <a:p>
            <a:r>
              <a:rPr lang="en-IN" sz="1400" b="0" strike="noStrike" spc="-1">
                <a:latin typeface="Times New Roman"/>
              </a:rPr>
              <a:t>&lt;header&gt;</a:t>
            </a:r>
          </a:p>
        </p:txBody>
      </p:sp>
      <p:sp>
        <p:nvSpPr>
          <p:cNvPr id="123" name="PlaceHolder 4"/>
          <p:cNvSpPr>
            <a:spLocks noGrp="1"/>
          </p:cNvSpPr>
          <p:nvPr>
            <p:ph type="dt"/>
          </p:nvPr>
        </p:nvSpPr>
        <p:spPr>
          <a:xfrm>
            <a:off x="4278960" y="0"/>
            <a:ext cx="3280680" cy="534240"/>
          </a:xfrm>
          <a:prstGeom prst="rect">
            <a:avLst/>
          </a:prstGeom>
        </p:spPr>
        <p:txBody>
          <a:bodyPr lIns="0" tIns="0" rIns="0" bIns="0">
            <a:noAutofit/>
          </a:bodyPr>
          <a:lstStyle/>
          <a:p>
            <a:pPr algn="r"/>
            <a:r>
              <a:rPr lang="en-IN" sz="1400" b="0" strike="noStrike" spc="-1">
                <a:latin typeface="Times New Roman"/>
              </a:rPr>
              <a:t>&lt;date/time&gt;</a:t>
            </a:r>
          </a:p>
        </p:txBody>
      </p:sp>
      <p:sp>
        <p:nvSpPr>
          <p:cNvPr id="124" name="PlaceHolder 5"/>
          <p:cNvSpPr>
            <a:spLocks noGrp="1"/>
          </p:cNvSpPr>
          <p:nvPr>
            <p:ph type="ftr"/>
          </p:nvPr>
        </p:nvSpPr>
        <p:spPr>
          <a:xfrm>
            <a:off x="0" y="10157400"/>
            <a:ext cx="3280680" cy="534240"/>
          </a:xfrm>
          <a:prstGeom prst="rect">
            <a:avLst/>
          </a:prstGeom>
        </p:spPr>
        <p:txBody>
          <a:bodyPr lIns="0" tIns="0" rIns="0" bIns="0" anchor="b">
            <a:noAutofit/>
          </a:bodyPr>
          <a:lstStyle/>
          <a:p>
            <a:r>
              <a:rPr lang="en-IN" sz="1400" b="0" strike="noStrike" spc="-1">
                <a:latin typeface="Times New Roman"/>
              </a:rPr>
              <a:t>&lt;footer&gt;</a:t>
            </a:r>
          </a:p>
        </p:txBody>
      </p:sp>
      <p:sp>
        <p:nvSpPr>
          <p:cNvPr id="125" name="PlaceHolder 6"/>
          <p:cNvSpPr>
            <a:spLocks noGrp="1"/>
          </p:cNvSpPr>
          <p:nvPr>
            <p:ph type="sldNum"/>
          </p:nvPr>
        </p:nvSpPr>
        <p:spPr>
          <a:xfrm>
            <a:off x="4278960" y="10157400"/>
            <a:ext cx="3280680" cy="534240"/>
          </a:xfrm>
          <a:prstGeom prst="rect">
            <a:avLst/>
          </a:prstGeom>
        </p:spPr>
        <p:txBody>
          <a:bodyPr lIns="0" tIns="0" rIns="0" bIns="0" anchor="b">
            <a:noAutofit/>
          </a:bodyPr>
          <a:lstStyle/>
          <a:p>
            <a:pPr algn="r"/>
            <a:fld id="{CC0806A6-241F-4BB2-A17E-02AEEBA6DEF8}" type="slidenum">
              <a:rPr lang="en-IN" sz="1400" b="0" strike="noStrike" spc="-1">
                <a:latin typeface="Times New Roman"/>
              </a:rPr>
              <a:t>‹#›</a:t>
            </a:fld>
            <a:endParaRPr lang="en-IN"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8075" y="812800"/>
            <a:ext cx="5343525" cy="4008438"/>
          </a:xfrm>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idx="10"/>
          </p:nvPr>
        </p:nvSpPr>
        <p:spPr/>
        <p:txBody>
          <a:bodyPr/>
          <a:lstStyle/>
          <a:p>
            <a:pPr>
              <a:defRPr/>
            </a:pPr>
            <a:endParaRPr lang="en-US" dirty="0"/>
          </a:p>
        </p:txBody>
      </p:sp>
      <p:sp>
        <p:nvSpPr>
          <p:cNvPr id="5" name="Date Placeholder 4"/>
          <p:cNvSpPr>
            <a:spLocks noGrp="1"/>
          </p:cNvSpPr>
          <p:nvPr>
            <p:ph type="dt" idx="11"/>
          </p:nvPr>
        </p:nvSpPr>
        <p:spPr/>
        <p:txBody>
          <a:bodyPr/>
          <a:lstStyle/>
          <a:p>
            <a:pPr>
              <a:defRPr/>
            </a:pPr>
            <a:fld id="{171B1FA0-B2F0-4D41-8F1F-B9F3A884F08A}" type="datetime1">
              <a:rPr lang="en-US" smtClean="0"/>
              <a:t>11/2/2020</a:t>
            </a:fld>
            <a:endParaRPr lang="en-US" dirty="0"/>
          </a:p>
        </p:txBody>
      </p:sp>
      <p:sp>
        <p:nvSpPr>
          <p:cNvPr id="6" name="Footer Placeholder 5"/>
          <p:cNvSpPr>
            <a:spLocks noGrp="1"/>
          </p:cNvSpPr>
          <p:nvPr>
            <p:ph type="ftr" sz="quarter" idx="12"/>
          </p:nvPr>
        </p:nvSpPr>
        <p:spPr/>
        <p:txBody>
          <a:bodyPr/>
          <a:lstStyle/>
          <a:p>
            <a:pPr>
              <a:defRPr/>
            </a:pPr>
            <a:endParaRPr lang="en-US" dirty="0"/>
          </a:p>
        </p:txBody>
      </p:sp>
      <p:sp>
        <p:nvSpPr>
          <p:cNvPr id="7" name="Slide Number Placeholder 6"/>
          <p:cNvSpPr>
            <a:spLocks noGrp="1"/>
          </p:cNvSpPr>
          <p:nvPr>
            <p:ph type="sldNum" sz="quarter" idx="13"/>
          </p:nvPr>
        </p:nvSpPr>
        <p:spPr/>
        <p:txBody>
          <a:bodyPr/>
          <a:lstStyle/>
          <a:p>
            <a:pPr>
              <a:defRPr/>
            </a:pPr>
            <a:fld id="{F4E9F80D-8D67-4506-ACA6-574195915E76}" type="slidenum">
              <a:rPr lang="en-US" altLang="en-US" smtClean="0"/>
              <a:t>1</a:t>
            </a:fld>
            <a:endParaRPr lang="en-US"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PlaceHolder 1"/>
          <p:cNvSpPr>
            <a:spLocks noGrp="1" noRot="1" noChangeAspect="1"/>
          </p:cNvSpPr>
          <p:nvPr>
            <p:ph type="sldImg"/>
          </p:nvPr>
        </p:nvSpPr>
        <p:spPr>
          <a:xfrm>
            <a:off x="1182688" y="696913"/>
            <a:ext cx="4645025" cy="3484562"/>
          </a:xfrm>
          <a:prstGeom prst="rect">
            <a:avLst/>
          </a:prstGeom>
        </p:spPr>
      </p:sp>
      <p:sp>
        <p:nvSpPr>
          <p:cNvPr id="199" name="PlaceHolder 2"/>
          <p:cNvSpPr>
            <a:spLocks noGrp="1"/>
          </p:cNvSpPr>
          <p:nvPr>
            <p:ph type="body"/>
          </p:nvPr>
        </p:nvSpPr>
        <p:spPr>
          <a:xfrm>
            <a:off x="700200" y="4416480"/>
            <a:ext cx="5609160" cy="4182120"/>
          </a:xfrm>
          <a:prstGeom prst="rect">
            <a:avLst/>
          </a:prstGeom>
        </p:spPr>
        <p:txBody>
          <a:bodyPr lIns="0" tIns="0" rIns="0" bIns="0">
            <a:noAutofit/>
          </a:bodyPr>
          <a:lstStyle/>
          <a:p>
            <a:endParaRPr lang="en-IN" sz="2000" b="0" strike="noStrike" spc="-1">
              <a:latin typeface="Arial"/>
            </a:endParaRPr>
          </a:p>
        </p:txBody>
      </p:sp>
      <p:sp>
        <p:nvSpPr>
          <p:cNvPr id="200" name="CustomShape 3"/>
          <p:cNvSpPr/>
          <p:nvPr/>
        </p:nvSpPr>
        <p:spPr>
          <a:xfrm>
            <a:off x="0" y="0"/>
            <a:ext cx="3037320" cy="464040"/>
          </a:xfrm>
          <a:prstGeom prst="rect">
            <a:avLst/>
          </a:prstGeom>
          <a:noFill/>
          <a:ln w="9360">
            <a:noFill/>
          </a:ln>
        </p:spPr>
        <p:style>
          <a:lnRef idx="0">
            <a:scrgbClr r="0" g="0" b="0"/>
          </a:lnRef>
          <a:fillRef idx="0">
            <a:scrgbClr r="0" g="0" b="0"/>
          </a:fillRef>
          <a:effectRef idx="0">
            <a:scrgbClr r="0" g="0" b="0"/>
          </a:effectRef>
          <a:fontRef idx="minor"/>
        </p:style>
      </p:sp>
      <p:sp>
        <p:nvSpPr>
          <p:cNvPr id="201" name="CustomShape 4"/>
          <p:cNvSpPr/>
          <p:nvPr/>
        </p:nvSpPr>
        <p:spPr>
          <a:xfrm>
            <a:off x="3970440" y="0"/>
            <a:ext cx="3037320" cy="4640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oAutofit/>
          </a:bodyPr>
          <a:lstStyle/>
          <a:p>
            <a:pPr algn="r">
              <a:lnSpc>
                <a:spcPct val="100000"/>
              </a:lnSpc>
            </a:pPr>
            <a:fld id="{99BCCD85-76BB-43A6-A27E-D72B3C30D8B0}" type="datetime1">
              <a:rPr lang="en-US" sz="1200" b="0" strike="noStrike" spc="-1">
                <a:solidFill>
                  <a:srgbClr val="000000"/>
                </a:solidFill>
                <a:latin typeface="Arial"/>
                <a:ea typeface="+mn-ea"/>
              </a:rPr>
              <a:t>11/2/2020</a:t>
            </a:fld>
            <a:endParaRPr lang="en-IN" sz="1200" b="0" strike="noStrike" spc="-1">
              <a:latin typeface="Arial"/>
            </a:endParaRPr>
          </a:p>
        </p:txBody>
      </p:sp>
      <p:sp>
        <p:nvSpPr>
          <p:cNvPr id="202" name="CustomShape 5"/>
          <p:cNvSpPr/>
          <p:nvPr/>
        </p:nvSpPr>
        <p:spPr>
          <a:xfrm>
            <a:off x="0" y="8829720"/>
            <a:ext cx="3037320" cy="464040"/>
          </a:xfrm>
          <a:prstGeom prst="rect">
            <a:avLst/>
          </a:prstGeom>
          <a:noFill/>
          <a:ln w="9360">
            <a:noFill/>
          </a:ln>
        </p:spPr>
        <p:style>
          <a:lnRef idx="0">
            <a:scrgbClr r="0" g="0" b="0"/>
          </a:lnRef>
          <a:fillRef idx="0">
            <a:scrgbClr r="0" g="0" b="0"/>
          </a:fillRef>
          <a:effectRef idx="0">
            <a:scrgbClr r="0" g="0" b="0"/>
          </a:effectRef>
          <a:fontRef idx="minor"/>
        </p:style>
      </p:sp>
      <p:sp>
        <p:nvSpPr>
          <p:cNvPr id="203" name="CustomShape 6"/>
          <p:cNvSpPr/>
          <p:nvPr/>
        </p:nvSpPr>
        <p:spPr>
          <a:xfrm>
            <a:off x="3970440" y="8829720"/>
            <a:ext cx="3037320" cy="4640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E9151071-3C44-4FBE-B540-97A672A59ED4}" type="slidenum">
              <a:rPr lang="en-US" sz="1200" b="0" strike="noStrike" spc="-1">
                <a:solidFill>
                  <a:srgbClr val="000000"/>
                </a:solidFill>
                <a:latin typeface="Arial"/>
                <a:ea typeface="+mn-ea"/>
              </a:rPr>
              <a:t>2</a:t>
            </a:fld>
            <a:endParaRPr lang="en-IN" sz="1200" b="0" strike="noStrike" spc="-1">
              <a:latin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PlaceHolder 1"/>
          <p:cNvSpPr>
            <a:spLocks noGrp="1" noRot="1" noChangeAspect="1"/>
          </p:cNvSpPr>
          <p:nvPr>
            <p:ph type="sldImg"/>
          </p:nvPr>
        </p:nvSpPr>
        <p:spPr>
          <a:xfrm>
            <a:off x="1181160" y="696960"/>
            <a:ext cx="4648680" cy="3485160"/>
          </a:xfrm>
          <a:prstGeom prst="rect">
            <a:avLst/>
          </a:prstGeom>
        </p:spPr>
      </p:sp>
      <p:sp>
        <p:nvSpPr>
          <p:cNvPr id="205" name="PlaceHolder 2"/>
          <p:cNvSpPr>
            <a:spLocks noGrp="1"/>
          </p:cNvSpPr>
          <p:nvPr>
            <p:ph type="body"/>
          </p:nvPr>
        </p:nvSpPr>
        <p:spPr>
          <a:xfrm>
            <a:off x="700200" y="4416480"/>
            <a:ext cx="5609160" cy="4182120"/>
          </a:xfrm>
          <a:prstGeom prst="rect">
            <a:avLst/>
          </a:prstGeom>
        </p:spPr>
        <p:txBody>
          <a:bodyPr lIns="0" tIns="0" rIns="0" bIns="0">
            <a:noAutofit/>
          </a:bodyPr>
          <a:lstStyle/>
          <a:p>
            <a:endParaRPr lang="en-IN" sz="2000" b="0" strike="noStrike" spc="-1">
              <a:latin typeface="Arial"/>
            </a:endParaRPr>
          </a:p>
        </p:txBody>
      </p:sp>
      <p:sp>
        <p:nvSpPr>
          <p:cNvPr id="206" name="CustomShape 3"/>
          <p:cNvSpPr/>
          <p:nvPr/>
        </p:nvSpPr>
        <p:spPr>
          <a:xfrm>
            <a:off x="0" y="0"/>
            <a:ext cx="3037320" cy="464040"/>
          </a:xfrm>
          <a:prstGeom prst="rect">
            <a:avLst/>
          </a:prstGeom>
          <a:noFill/>
          <a:ln w="9360">
            <a:noFill/>
          </a:ln>
        </p:spPr>
        <p:style>
          <a:lnRef idx="0">
            <a:scrgbClr r="0" g="0" b="0"/>
          </a:lnRef>
          <a:fillRef idx="0">
            <a:scrgbClr r="0" g="0" b="0"/>
          </a:fillRef>
          <a:effectRef idx="0">
            <a:scrgbClr r="0" g="0" b="0"/>
          </a:effectRef>
          <a:fontRef idx="minor"/>
        </p:style>
      </p:sp>
      <p:sp>
        <p:nvSpPr>
          <p:cNvPr id="207" name="CustomShape 4"/>
          <p:cNvSpPr/>
          <p:nvPr/>
        </p:nvSpPr>
        <p:spPr>
          <a:xfrm>
            <a:off x="3970440" y="0"/>
            <a:ext cx="3037320" cy="4640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oAutofit/>
          </a:bodyPr>
          <a:lstStyle/>
          <a:p>
            <a:pPr algn="r">
              <a:lnSpc>
                <a:spcPct val="100000"/>
              </a:lnSpc>
            </a:pPr>
            <a:fld id="{3CCA1CCB-9E19-4CE4-B147-8849A55B8139}" type="datetime1">
              <a:rPr lang="en-US" sz="1200" b="0" strike="noStrike" spc="-1">
                <a:solidFill>
                  <a:srgbClr val="000000"/>
                </a:solidFill>
                <a:latin typeface="Arial"/>
                <a:ea typeface="+mn-ea"/>
              </a:rPr>
              <a:t>11/2/2020</a:t>
            </a:fld>
            <a:endParaRPr lang="en-IN" sz="1200" b="0" strike="noStrike" spc="-1">
              <a:latin typeface="Arial"/>
            </a:endParaRPr>
          </a:p>
        </p:txBody>
      </p:sp>
      <p:sp>
        <p:nvSpPr>
          <p:cNvPr id="208" name="CustomShape 5"/>
          <p:cNvSpPr/>
          <p:nvPr/>
        </p:nvSpPr>
        <p:spPr>
          <a:xfrm>
            <a:off x="0" y="8829720"/>
            <a:ext cx="3037320" cy="464040"/>
          </a:xfrm>
          <a:prstGeom prst="rect">
            <a:avLst/>
          </a:prstGeom>
          <a:noFill/>
          <a:ln w="9360">
            <a:noFill/>
          </a:ln>
        </p:spPr>
        <p:style>
          <a:lnRef idx="0">
            <a:scrgbClr r="0" g="0" b="0"/>
          </a:lnRef>
          <a:fillRef idx="0">
            <a:scrgbClr r="0" g="0" b="0"/>
          </a:fillRef>
          <a:effectRef idx="0">
            <a:scrgbClr r="0" g="0" b="0"/>
          </a:effectRef>
          <a:fontRef idx="minor"/>
        </p:style>
      </p:sp>
      <p:sp>
        <p:nvSpPr>
          <p:cNvPr id="209" name="CustomShape 6"/>
          <p:cNvSpPr/>
          <p:nvPr/>
        </p:nvSpPr>
        <p:spPr>
          <a:xfrm>
            <a:off x="3970440" y="8829720"/>
            <a:ext cx="3037320" cy="4640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2A05691F-C466-4D62-9BB7-CE08DB87D8BB}" type="slidenum">
              <a:rPr lang="en-US" sz="1200" b="0" strike="noStrike" spc="-1">
                <a:solidFill>
                  <a:srgbClr val="000000"/>
                </a:solidFill>
                <a:latin typeface="Arial"/>
                <a:ea typeface="+mn-ea"/>
              </a:rPr>
              <a:t>3</a:t>
            </a:fld>
            <a:endParaRPr lang="en-IN" sz="1200" b="0" strike="noStrike" spc="-1">
              <a:latin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PlaceHolder 1"/>
          <p:cNvSpPr>
            <a:spLocks noGrp="1" noRot="1" noChangeAspect="1"/>
          </p:cNvSpPr>
          <p:nvPr>
            <p:ph type="sldImg"/>
          </p:nvPr>
        </p:nvSpPr>
        <p:spPr>
          <a:xfrm>
            <a:off x="1181160" y="696960"/>
            <a:ext cx="4648680" cy="3485160"/>
          </a:xfrm>
          <a:prstGeom prst="rect">
            <a:avLst/>
          </a:prstGeom>
        </p:spPr>
      </p:sp>
      <p:sp>
        <p:nvSpPr>
          <p:cNvPr id="211" name="PlaceHolder 2"/>
          <p:cNvSpPr>
            <a:spLocks noGrp="1"/>
          </p:cNvSpPr>
          <p:nvPr>
            <p:ph type="body"/>
          </p:nvPr>
        </p:nvSpPr>
        <p:spPr>
          <a:xfrm>
            <a:off x="700200" y="4416480"/>
            <a:ext cx="5609160" cy="4182120"/>
          </a:xfrm>
          <a:prstGeom prst="rect">
            <a:avLst/>
          </a:prstGeom>
        </p:spPr>
        <p:txBody>
          <a:bodyPr lIns="0" tIns="0" rIns="0" bIns="0">
            <a:noAutofit/>
          </a:bodyPr>
          <a:lstStyle/>
          <a:p>
            <a:endParaRPr lang="en-IN" sz="2000" b="0" strike="noStrike" spc="-1">
              <a:latin typeface="Arial"/>
            </a:endParaRPr>
          </a:p>
        </p:txBody>
      </p:sp>
      <p:sp>
        <p:nvSpPr>
          <p:cNvPr id="212" name="CustomShape 3"/>
          <p:cNvSpPr/>
          <p:nvPr/>
        </p:nvSpPr>
        <p:spPr>
          <a:xfrm>
            <a:off x="0" y="0"/>
            <a:ext cx="3037320" cy="464040"/>
          </a:xfrm>
          <a:prstGeom prst="rect">
            <a:avLst/>
          </a:prstGeom>
          <a:noFill/>
          <a:ln w="9360">
            <a:noFill/>
          </a:ln>
        </p:spPr>
        <p:style>
          <a:lnRef idx="0">
            <a:scrgbClr r="0" g="0" b="0"/>
          </a:lnRef>
          <a:fillRef idx="0">
            <a:scrgbClr r="0" g="0" b="0"/>
          </a:fillRef>
          <a:effectRef idx="0">
            <a:scrgbClr r="0" g="0" b="0"/>
          </a:effectRef>
          <a:fontRef idx="minor"/>
        </p:style>
      </p:sp>
      <p:sp>
        <p:nvSpPr>
          <p:cNvPr id="213" name="CustomShape 4"/>
          <p:cNvSpPr/>
          <p:nvPr/>
        </p:nvSpPr>
        <p:spPr>
          <a:xfrm>
            <a:off x="3970440" y="0"/>
            <a:ext cx="3037320" cy="4640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oAutofit/>
          </a:bodyPr>
          <a:lstStyle/>
          <a:p>
            <a:pPr algn="r">
              <a:lnSpc>
                <a:spcPct val="100000"/>
              </a:lnSpc>
            </a:pPr>
            <a:fld id="{5828D0FA-A8B7-4BF7-9495-30D63EF64DC6}" type="datetime1">
              <a:rPr lang="en-US" sz="1200" b="0" strike="noStrike" spc="-1">
                <a:solidFill>
                  <a:srgbClr val="000000"/>
                </a:solidFill>
                <a:latin typeface="Arial"/>
                <a:ea typeface="+mn-ea"/>
              </a:rPr>
              <a:t>11/2/2020</a:t>
            </a:fld>
            <a:endParaRPr lang="en-IN" sz="1200" b="0" strike="noStrike" spc="-1">
              <a:latin typeface="Arial"/>
            </a:endParaRPr>
          </a:p>
        </p:txBody>
      </p:sp>
      <p:sp>
        <p:nvSpPr>
          <p:cNvPr id="214" name="CustomShape 5"/>
          <p:cNvSpPr/>
          <p:nvPr/>
        </p:nvSpPr>
        <p:spPr>
          <a:xfrm>
            <a:off x="0" y="8829720"/>
            <a:ext cx="3037320" cy="464040"/>
          </a:xfrm>
          <a:prstGeom prst="rect">
            <a:avLst/>
          </a:prstGeom>
          <a:noFill/>
          <a:ln w="9360">
            <a:noFill/>
          </a:ln>
        </p:spPr>
        <p:style>
          <a:lnRef idx="0">
            <a:scrgbClr r="0" g="0" b="0"/>
          </a:lnRef>
          <a:fillRef idx="0">
            <a:scrgbClr r="0" g="0" b="0"/>
          </a:fillRef>
          <a:effectRef idx="0">
            <a:scrgbClr r="0" g="0" b="0"/>
          </a:effectRef>
          <a:fontRef idx="minor"/>
        </p:style>
      </p:sp>
      <p:sp>
        <p:nvSpPr>
          <p:cNvPr id="215" name="CustomShape 6"/>
          <p:cNvSpPr/>
          <p:nvPr/>
        </p:nvSpPr>
        <p:spPr>
          <a:xfrm>
            <a:off x="3970440" y="8829720"/>
            <a:ext cx="3037320" cy="4640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CF9AEE88-E250-4A51-9A52-8D5573A0CDB0}" type="slidenum">
              <a:rPr lang="en-US" sz="1200" b="0" strike="noStrike" spc="-1">
                <a:solidFill>
                  <a:srgbClr val="000000"/>
                </a:solidFill>
                <a:latin typeface="Arial"/>
                <a:ea typeface="+mn-ea"/>
              </a:rPr>
              <a:t>4</a:t>
            </a:fld>
            <a:endParaRPr lang="en-IN" sz="1200" b="0" strike="noStrike" spc="-1">
              <a:latin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 name="PlaceHolder 1"/>
          <p:cNvSpPr>
            <a:spLocks noGrp="1" noRot="1" noChangeAspect="1"/>
          </p:cNvSpPr>
          <p:nvPr>
            <p:ph type="sldImg"/>
          </p:nvPr>
        </p:nvSpPr>
        <p:spPr>
          <a:xfrm>
            <a:off x="1181160" y="696960"/>
            <a:ext cx="4648680" cy="3485160"/>
          </a:xfrm>
          <a:prstGeom prst="rect">
            <a:avLst/>
          </a:prstGeom>
        </p:spPr>
      </p:sp>
      <p:sp>
        <p:nvSpPr>
          <p:cNvPr id="217" name="PlaceHolder 2"/>
          <p:cNvSpPr>
            <a:spLocks noGrp="1"/>
          </p:cNvSpPr>
          <p:nvPr>
            <p:ph type="body"/>
          </p:nvPr>
        </p:nvSpPr>
        <p:spPr>
          <a:xfrm>
            <a:off x="700200" y="4416480"/>
            <a:ext cx="5609160" cy="4182120"/>
          </a:xfrm>
          <a:prstGeom prst="rect">
            <a:avLst/>
          </a:prstGeom>
        </p:spPr>
        <p:txBody>
          <a:bodyPr lIns="0" tIns="0" rIns="0" bIns="0">
            <a:noAutofit/>
          </a:bodyPr>
          <a:lstStyle/>
          <a:p>
            <a:endParaRPr lang="en-IN" sz="2000" b="0" strike="noStrike" spc="-1">
              <a:latin typeface="Arial"/>
            </a:endParaRPr>
          </a:p>
        </p:txBody>
      </p:sp>
      <p:sp>
        <p:nvSpPr>
          <p:cNvPr id="218" name="CustomShape 3"/>
          <p:cNvSpPr/>
          <p:nvPr/>
        </p:nvSpPr>
        <p:spPr>
          <a:xfrm>
            <a:off x="0" y="0"/>
            <a:ext cx="3037320" cy="464040"/>
          </a:xfrm>
          <a:prstGeom prst="rect">
            <a:avLst/>
          </a:prstGeom>
          <a:noFill/>
          <a:ln w="9360">
            <a:noFill/>
          </a:ln>
        </p:spPr>
        <p:style>
          <a:lnRef idx="0">
            <a:scrgbClr r="0" g="0" b="0"/>
          </a:lnRef>
          <a:fillRef idx="0">
            <a:scrgbClr r="0" g="0" b="0"/>
          </a:fillRef>
          <a:effectRef idx="0">
            <a:scrgbClr r="0" g="0" b="0"/>
          </a:effectRef>
          <a:fontRef idx="minor"/>
        </p:style>
      </p:sp>
      <p:sp>
        <p:nvSpPr>
          <p:cNvPr id="219" name="CustomShape 4"/>
          <p:cNvSpPr/>
          <p:nvPr/>
        </p:nvSpPr>
        <p:spPr>
          <a:xfrm>
            <a:off x="3970440" y="0"/>
            <a:ext cx="3037320" cy="4640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oAutofit/>
          </a:bodyPr>
          <a:lstStyle/>
          <a:p>
            <a:pPr algn="r">
              <a:lnSpc>
                <a:spcPct val="100000"/>
              </a:lnSpc>
            </a:pPr>
            <a:fld id="{898677DF-1294-42D5-8EA5-6E2D998AAC45}" type="datetime1">
              <a:rPr lang="en-US" sz="1200" b="0" strike="noStrike" spc="-1">
                <a:solidFill>
                  <a:srgbClr val="000000"/>
                </a:solidFill>
                <a:latin typeface="Arial"/>
                <a:ea typeface="+mn-ea"/>
              </a:rPr>
              <a:t>11/2/2020</a:t>
            </a:fld>
            <a:endParaRPr lang="en-IN" sz="1200" b="0" strike="noStrike" spc="-1">
              <a:latin typeface="Arial"/>
            </a:endParaRPr>
          </a:p>
        </p:txBody>
      </p:sp>
      <p:sp>
        <p:nvSpPr>
          <p:cNvPr id="220" name="CustomShape 5"/>
          <p:cNvSpPr/>
          <p:nvPr/>
        </p:nvSpPr>
        <p:spPr>
          <a:xfrm>
            <a:off x="0" y="8829720"/>
            <a:ext cx="3037320" cy="464040"/>
          </a:xfrm>
          <a:prstGeom prst="rect">
            <a:avLst/>
          </a:prstGeom>
          <a:noFill/>
          <a:ln w="9360">
            <a:noFill/>
          </a:ln>
        </p:spPr>
        <p:style>
          <a:lnRef idx="0">
            <a:scrgbClr r="0" g="0" b="0"/>
          </a:lnRef>
          <a:fillRef idx="0">
            <a:scrgbClr r="0" g="0" b="0"/>
          </a:fillRef>
          <a:effectRef idx="0">
            <a:scrgbClr r="0" g="0" b="0"/>
          </a:effectRef>
          <a:fontRef idx="minor"/>
        </p:style>
      </p:sp>
      <p:sp>
        <p:nvSpPr>
          <p:cNvPr id="221" name="CustomShape 6"/>
          <p:cNvSpPr/>
          <p:nvPr/>
        </p:nvSpPr>
        <p:spPr>
          <a:xfrm>
            <a:off x="3970440" y="8829720"/>
            <a:ext cx="3037320" cy="4640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4D734B64-B15A-4775-9DAD-A6A12BB52A1A}" type="slidenum">
              <a:rPr lang="en-US" sz="1200" b="0" strike="noStrike" spc="-1">
                <a:solidFill>
                  <a:srgbClr val="000000"/>
                </a:solidFill>
                <a:latin typeface="Arial"/>
                <a:ea typeface="+mn-ea"/>
              </a:rPr>
              <a:t>5</a:t>
            </a:fld>
            <a:endParaRPr lang="en-IN" sz="1200" b="0" strike="noStrike" spc="-1">
              <a:latin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 name="PlaceHolder 1"/>
          <p:cNvSpPr>
            <a:spLocks noGrp="1" noRot="1" noChangeAspect="1"/>
          </p:cNvSpPr>
          <p:nvPr>
            <p:ph type="sldImg"/>
          </p:nvPr>
        </p:nvSpPr>
        <p:spPr>
          <a:xfrm>
            <a:off x="1181160" y="696960"/>
            <a:ext cx="4648680" cy="3485160"/>
          </a:xfrm>
          <a:prstGeom prst="rect">
            <a:avLst/>
          </a:prstGeom>
        </p:spPr>
      </p:sp>
      <p:sp>
        <p:nvSpPr>
          <p:cNvPr id="223" name="PlaceHolder 2"/>
          <p:cNvSpPr>
            <a:spLocks noGrp="1"/>
          </p:cNvSpPr>
          <p:nvPr>
            <p:ph type="body"/>
          </p:nvPr>
        </p:nvSpPr>
        <p:spPr>
          <a:xfrm>
            <a:off x="700200" y="4416480"/>
            <a:ext cx="5609160" cy="4182120"/>
          </a:xfrm>
          <a:prstGeom prst="rect">
            <a:avLst/>
          </a:prstGeom>
        </p:spPr>
        <p:txBody>
          <a:bodyPr lIns="0" tIns="0" rIns="0" bIns="0">
            <a:noAutofit/>
          </a:bodyPr>
          <a:lstStyle/>
          <a:p>
            <a:endParaRPr lang="en-IN" sz="2000" b="0" strike="noStrike" spc="-1">
              <a:latin typeface="Arial"/>
            </a:endParaRPr>
          </a:p>
        </p:txBody>
      </p:sp>
      <p:sp>
        <p:nvSpPr>
          <p:cNvPr id="224" name="CustomShape 3"/>
          <p:cNvSpPr/>
          <p:nvPr/>
        </p:nvSpPr>
        <p:spPr>
          <a:xfrm>
            <a:off x="0" y="0"/>
            <a:ext cx="3037320" cy="464040"/>
          </a:xfrm>
          <a:prstGeom prst="rect">
            <a:avLst/>
          </a:prstGeom>
          <a:noFill/>
          <a:ln w="9360">
            <a:noFill/>
          </a:ln>
        </p:spPr>
        <p:style>
          <a:lnRef idx="0">
            <a:scrgbClr r="0" g="0" b="0"/>
          </a:lnRef>
          <a:fillRef idx="0">
            <a:scrgbClr r="0" g="0" b="0"/>
          </a:fillRef>
          <a:effectRef idx="0">
            <a:scrgbClr r="0" g="0" b="0"/>
          </a:effectRef>
          <a:fontRef idx="minor"/>
        </p:style>
      </p:sp>
      <p:sp>
        <p:nvSpPr>
          <p:cNvPr id="225" name="CustomShape 4"/>
          <p:cNvSpPr/>
          <p:nvPr/>
        </p:nvSpPr>
        <p:spPr>
          <a:xfrm>
            <a:off x="3970440" y="0"/>
            <a:ext cx="3037320" cy="4640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oAutofit/>
          </a:bodyPr>
          <a:lstStyle/>
          <a:p>
            <a:pPr algn="r">
              <a:lnSpc>
                <a:spcPct val="100000"/>
              </a:lnSpc>
            </a:pPr>
            <a:fld id="{0CE99110-79A7-42D6-819E-47703EFF6D14}" type="datetime1">
              <a:rPr lang="en-US" sz="1200" b="0" strike="noStrike" spc="-1">
                <a:solidFill>
                  <a:srgbClr val="000000"/>
                </a:solidFill>
                <a:latin typeface="Arial"/>
                <a:ea typeface="+mn-ea"/>
              </a:rPr>
              <a:t>11/2/2020</a:t>
            </a:fld>
            <a:endParaRPr lang="en-IN" sz="1200" b="0" strike="noStrike" spc="-1">
              <a:latin typeface="Arial"/>
            </a:endParaRPr>
          </a:p>
        </p:txBody>
      </p:sp>
      <p:sp>
        <p:nvSpPr>
          <p:cNvPr id="226" name="CustomShape 5"/>
          <p:cNvSpPr/>
          <p:nvPr/>
        </p:nvSpPr>
        <p:spPr>
          <a:xfrm>
            <a:off x="0" y="8829720"/>
            <a:ext cx="3037320" cy="464040"/>
          </a:xfrm>
          <a:prstGeom prst="rect">
            <a:avLst/>
          </a:prstGeom>
          <a:noFill/>
          <a:ln w="9360">
            <a:noFill/>
          </a:ln>
        </p:spPr>
        <p:style>
          <a:lnRef idx="0">
            <a:scrgbClr r="0" g="0" b="0"/>
          </a:lnRef>
          <a:fillRef idx="0">
            <a:scrgbClr r="0" g="0" b="0"/>
          </a:fillRef>
          <a:effectRef idx="0">
            <a:scrgbClr r="0" g="0" b="0"/>
          </a:effectRef>
          <a:fontRef idx="minor"/>
        </p:style>
      </p:sp>
      <p:sp>
        <p:nvSpPr>
          <p:cNvPr id="227" name="CustomShape 6"/>
          <p:cNvSpPr/>
          <p:nvPr/>
        </p:nvSpPr>
        <p:spPr>
          <a:xfrm>
            <a:off x="3970440" y="8829720"/>
            <a:ext cx="3037320" cy="4640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3C4FFB58-228C-44B2-A3AC-D0F83A0DE9A7}" type="slidenum">
              <a:rPr lang="en-US" sz="1200" b="0" strike="noStrike" spc="-1">
                <a:solidFill>
                  <a:srgbClr val="000000"/>
                </a:solidFill>
                <a:latin typeface="Arial"/>
                <a:ea typeface="+mn-ea"/>
              </a:rPr>
              <a:t>6</a:t>
            </a:fld>
            <a:endParaRPr lang="en-IN" sz="1200" b="0" strike="noStrike" spc="-1">
              <a:latin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 name="PlaceHolder 1"/>
          <p:cNvSpPr>
            <a:spLocks noGrp="1" noRot="1" noChangeAspect="1"/>
          </p:cNvSpPr>
          <p:nvPr>
            <p:ph type="sldImg"/>
          </p:nvPr>
        </p:nvSpPr>
        <p:spPr>
          <a:xfrm>
            <a:off x="1182688" y="696913"/>
            <a:ext cx="4645025" cy="3484562"/>
          </a:xfrm>
          <a:prstGeom prst="rect">
            <a:avLst/>
          </a:prstGeom>
        </p:spPr>
      </p:sp>
      <p:sp>
        <p:nvSpPr>
          <p:cNvPr id="229" name="PlaceHolder 2"/>
          <p:cNvSpPr>
            <a:spLocks noGrp="1"/>
          </p:cNvSpPr>
          <p:nvPr>
            <p:ph type="body"/>
          </p:nvPr>
        </p:nvSpPr>
        <p:spPr>
          <a:xfrm>
            <a:off x="700200" y="4416480"/>
            <a:ext cx="5609160" cy="4182120"/>
          </a:xfrm>
          <a:prstGeom prst="rect">
            <a:avLst/>
          </a:prstGeom>
        </p:spPr>
        <p:txBody>
          <a:bodyPr lIns="0" tIns="0" rIns="0" bIns="0">
            <a:noAutofit/>
          </a:bodyPr>
          <a:lstStyle/>
          <a:p>
            <a:pPr marL="171360" indent="-170280" algn="just">
              <a:lnSpc>
                <a:spcPct val="100000"/>
              </a:lnSpc>
              <a:buClr>
                <a:srgbClr val="000000"/>
              </a:buClr>
              <a:buFont typeface="StarSymbol"/>
              <a:buChar char="-"/>
            </a:pPr>
            <a:r>
              <a:rPr lang="en-US" sz="1100" b="0" strike="noStrike" spc="-1">
                <a:latin typeface="Arial"/>
              </a:rPr>
              <a:t>I’ve been using CAVE</a:t>
            </a:r>
            <a:endParaRPr lang="en-IN" sz="1100" b="0" strike="noStrike" spc="-1">
              <a:latin typeface="Arial"/>
            </a:endParaRPr>
          </a:p>
          <a:p>
            <a:pPr marL="171360" indent="-170280" algn="just">
              <a:lnSpc>
                <a:spcPct val="100000"/>
              </a:lnSpc>
              <a:buClr>
                <a:srgbClr val="000000"/>
              </a:buClr>
              <a:buFont typeface="StarSymbol"/>
              <a:buChar char="-"/>
            </a:pPr>
            <a:r>
              <a:rPr lang="en-US" sz="1100" b="0" strike="noStrike" spc="-1">
                <a:latin typeface="Arial"/>
              </a:rPr>
              <a:t>Picture like this</a:t>
            </a:r>
            <a:endParaRPr lang="en-IN" sz="1100" b="0" strike="noStrike" spc="-1">
              <a:latin typeface="Arial"/>
            </a:endParaRPr>
          </a:p>
        </p:txBody>
      </p:sp>
      <p:sp>
        <p:nvSpPr>
          <p:cNvPr id="230" name="CustomShape 3"/>
          <p:cNvSpPr/>
          <p:nvPr/>
        </p:nvSpPr>
        <p:spPr>
          <a:xfrm>
            <a:off x="0" y="0"/>
            <a:ext cx="3037320" cy="464040"/>
          </a:xfrm>
          <a:prstGeom prst="rect">
            <a:avLst/>
          </a:prstGeom>
          <a:noFill/>
          <a:ln w="9360">
            <a:noFill/>
          </a:ln>
        </p:spPr>
        <p:style>
          <a:lnRef idx="0">
            <a:scrgbClr r="0" g="0" b="0"/>
          </a:lnRef>
          <a:fillRef idx="0">
            <a:scrgbClr r="0" g="0" b="0"/>
          </a:fillRef>
          <a:effectRef idx="0">
            <a:scrgbClr r="0" g="0" b="0"/>
          </a:effectRef>
          <a:fontRef idx="minor"/>
        </p:style>
      </p:sp>
      <p:sp>
        <p:nvSpPr>
          <p:cNvPr id="231" name="CustomShape 4"/>
          <p:cNvSpPr/>
          <p:nvPr/>
        </p:nvSpPr>
        <p:spPr>
          <a:xfrm>
            <a:off x="3970440" y="0"/>
            <a:ext cx="3037320" cy="4640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oAutofit/>
          </a:bodyPr>
          <a:lstStyle/>
          <a:p>
            <a:pPr algn="r">
              <a:lnSpc>
                <a:spcPct val="100000"/>
              </a:lnSpc>
            </a:pPr>
            <a:fld id="{7E6F2A8F-B91F-43E3-8151-AFBFE096CBD4}" type="datetime1">
              <a:rPr lang="en-US" sz="1200" b="0" strike="noStrike" spc="-1">
                <a:solidFill>
                  <a:srgbClr val="000000"/>
                </a:solidFill>
                <a:latin typeface="Arial"/>
                <a:ea typeface="+mn-ea"/>
              </a:rPr>
              <a:t>11/2/2020</a:t>
            </a:fld>
            <a:endParaRPr lang="en-IN" sz="1200" b="0" strike="noStrike" spc="-1">
              <a:latin typeface="Arial"/>
            </a:endParaRPr>
          </a:p>
        </p:txBody>
      </p:sp>
      <p:sp>
        <p:nvSpPr>
          <p:cNvPr id="232" name="CustomShape 5"/>
          <p:cNvSpPr/>
          <p:nvPr/>
        </p:nvSpPr>
        <p:spPr>
          <a:xfrm>
            <a:off x="0" y="8829720"/>
            <a:ext cx="3037320" cy="464040"/>
          </a:xfrm>
          <a:prstGeom prst="rect">
            <a:avLst/>
          </a:prstGeom>
          <a:noFill/>
          <a:ln w="9360">
            <a:noFill/>
          </a:ln>
        </p:spPr>
        <p:style>
          <a:lnRef idx="0">
            <a:scrgbClr r="0" g="0" b="0"/>
          </a:lnRef>
          <a:fillRef idx="0">
            <a:scrgbClr r="0" g="0" b="0"/>
          </a:fillRef>
          <a:effectRef idx="0">
            <a:scrgbClr r="0" g="0" b="0"/>
          </a:effectRef>
          <a:fontRef idx="minor"/>
        </p:style>
      </p:sp>
      <p:sp>
        <p:nvSpPr>
          <p:cNvPr id="233" name="CustomShape 6"/>
          <p:cNvSpPr/>
          <p:nvPr/>
        </p:nvSpPr>
        <p:spPr>
          <a:xfrm>
            <a:off x="3970440" y="8829720"/>
            <a:ext cx="3037320" cy="4640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847E2911-F2F5-450E-801A-FF4337E3D5A5}" type="slidenum">
              <a:rPr lang="en-US" sz="1200" b="0" strike="noStrike" spc="-1">
                <a:solidFill>
                  <a:srgbClr val="000000"/>
                </a:solidFill>
                <a:latin typeface="Arial"/>
                <a:ea typeface="+mn-ea"/>
              </a:rPr>
              <a:t>7</a:t>
            </a:fld>
            <a:endParaRPr lang="en-IN" sz="1200" b="0" strike="noStrike" spc="-1">
              <a:latin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 name="PlaceHolder 1"/>
          <p:cNvSpPr>
            <a:spLocks noGrp="1" noRot="1" noChangeAspect="1"/>
          </p:cNvSpPr>
          <p:nvPr>
            <p:ph type="sldImg"/>
          </p:nvPr>
        </p:nvSpPr>
        <p:spPr>
          <a:xfrm>
            <a:off x="1182688" y="696913"/>
            <a:ext cx="4645025" cy="3484562"/>
          </a:xfrm>
          <a:prstGeom prst="rect">
            <a:avLst/>
          </a:prstGeom>
        </p:spPr>
      </p:sp>
      <p:sp>
        <p:nvSpPr>
          <p:cNvPr id="235" name="PlaceHolder 2"/>
          <p:cNvSpPr>
            <a:spLocks noGrp="1"/>
          </p:cNvSpPr>
          <p:nvPr>
            <p:ph type="body"/>
          </p:nvPr>
        </p:nvSpPr>
        <p:spPr>
          <a:xfrm>
            <a:off x="700200" y="4416480"/>
            <a:ext cx="5609160" cy="4182120"/>
          </a:xfrm>
          <a:prstGeom prst="rect">
            <a:avLst/>
          </a:prstGeom>
        </p:spPr>
        <p:txBody>
          <a:bodyPr lIns="0" tIns="0" rIns="0" bIns="0">
            <a:noAutofit/>
          </a:bodyPr>
          <a:lstStyle/>
          <a:p>
            <a:endParaRPr lang="en-IN" sz="2000" b="0" strike="noStrike" spc="-1">
              <a:latin typeface="Arial"/>
            </a:endParaRPr>
          </a:p>
        </p:txBody>
      </p:sp>
      <p:sp>
        <p:nvSpPr>
          <p:cNvPr id="236" name="CustomShape 3"/>
          <p:cNvSpPr/>
          <p:nvPr/>
        </p:nvSpPr>
        <p:spPr>
          <a:xfrm>
            <a:off x="0" y="0"/>
            <a:ext cx="3037320" cy="464040"/>
          </a:xfrm>
          <a:prstGeom prst="rect">
            <a:avLst/>
          </a:prstGeom>
          <a:noFill/>
          <a:ln w="9360">
            <a:noFill/>
          </a:ln>
        </p:spPr>
        <p:style>
          <a:lnRef idx="0">
            <a:scrgbClr r="0" g="0" b="0"/>
          </a:lnRef>
          <a:fillRef idx="0">
            <a:scrgbClr r="0" g="0" b="0"/>
          </a:fillRef>
          <a:effectRef idx="0">
            <a:scrgbClr r="0" g="0" b="0"/>
          </a:effectRef>
          <a:fontRef idx="minor"/>
        </p:style>
      </p:sp>
      <p:sp>
        <p:nvSpPr>
          <p:cNvPr id="237" name="CustomShape 4"/>
          <p:cNvSpPr/>
          <p:nvPr/>
        </p:nvSpPr>
        <p:spPr>
          <a:xfrm>
            <a:off x="3970440" y="0"/>
            <a:ext cx="3037320" cy="4640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oAutofit/>
          </a:bodyPr>
          <a:lstStyle/>
          <a:p>
            <a:pPr algn="r">
              <a:lnSpc>
                <a:spcPct val="100000"/>
              </a:lnSpc>
            </a:pPr>
            <a:fld id="{A09C8658-4AE7-4950-8F9D-8887FB87D07A}" type="datetime1">
              <a:rPr lang="en-US" sz="1200" b="0" strike="noStrike" spc="-1">
                <a:solidFill>
                  <a:srgbClr val="000000"/>
                </a:solidFill>
                <a:latin typeface="Arial"/>
                <a:ea typeface="+mn-ea"/>
              </a:rPr>
              <a:t>11/2/2020</a:t>
            </a:fld>
            <a:endParaRPr lang="en-IN" sz="1200" b="0" strike="noStrike" spc="-1">
              <a:latin typeface="Arial"/>
            </a:endParaRPr>
          </a:p>
        </p:txBody>
      </p:sp>
      <p:sp>
        <p:nvSpPr>
          <p:cNvPr id="238" name="CustomShape 5"/>
          <p:cNvSpPr/>
          <p:nvPr/>
        </p:nvSpPr>
        <p:spPr>
          <a:xfrm>
            <a:off x="0" y="8829720"/>
            <a:ext cx="3037320" cy="464040"/>
          </a:xfrm>
          <a:prstGeom prst="rect">
            <a:avLst/>
          </a:prstGeom>
          <a:noFill/>
          <a:ln w="9360">
            <a:noFill/>
          </a:ln>
        </p:spPr>
        <p:style>
          <a:lnRef idx="0">
            <a:scrgbClr r="0" g="0" b="0"/>
          </a:lnRef>
          <a:fillRef idx="0">
            <a:scrgbClr r="0" g="0" b="0"/>
          </a:fillRef>
          <a:effectRef idx="0">
            <a:scrgbClr r="0" g="0" b="0"/>
          </a:effectRef>
          <a:fontRef idx="minor"/>
        </p:style>
      </p:sp>
      <p:sp>
        <p:nvSpPr>
          <p:cNvPr id="239" name="CustomShape 6"/>
          <p:cNvSpPr/>
          <p:nvPr/>
        </p:nvSpPr>
        <p:spPr>
          <a:xfrm>
            <a:off x="3970440" y="8829720"/>
            <a:ext cx="3037320" cy="4640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74A8EF96-3C95-4A12-A7C2-FFC39C9D5C37}" type="slidenum">
              <a:rPr lang="en-US" sz="1200" b="0" strike="noStrike" spc="-1">
                <a:solidFill>
                  <a:srgbClr val="000000"/>
                </a:solidFill>
                <a:latin typeface="Arial"/>
                <a:ea typeface="+mn-ea"/>
              </a:rPr>
              <a:t>8</a:t>
            </a:fld>
            <a:endParaRPr lang="en-IN" sz="1200" b="0" strike="noStrike" spc="-1">
              <a:latin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PlaceHolder 1"/>
          <p:cNvSpPr>
            <a:spLocks noGrp="1" noRot="1" noChangeAspect="1"/>
          </p:cNvSpPr>
          <p:nvPr>
            <p:ph type="sldImg"/>
          </p:nvPr>
        </p:nvSpPr>
        <p:spPr>
          <a:xfrm>
            <a:off x="1182688" y="696913"/>
            <a:ext cx="4645025" cy="3484562"/>
          </a:xfrm>
          <a:prstGeom prst="rect">
            <a:avLst/>
          </a:prstGeom>
        </p:spPr>
      </p:sp>
      <p:sp>
        <p:nvSpPr>
          <p:cNvPr id="241" name="PlaceHolder 2"/>
          <p:cNvSpPr>
            <a:spLocks noGrp="1"/>
          </p:cNvSpPr>
          <p:nvPr>
            <p:ph type="body"/>
          </p:nvPr>
        </p:nvSpPr>
        <p:spPr>
          <a:xfrm>
            <a:off x="700200" y="4416480"/>
            <a:ext cx="5609160" cy="4182120"/>
          </a:xfrm>
          <a:prstGeom prst="rect">
            <a:avLst/>
          </a:prstGeom>
        </p:spPr>
        <p:txBody>
          <a:bodyPr lIns="0" tIns="0" rIns="0" bIns="0">
            <a:noAutofit/>
          </a:bodyPr>
          <a:lstStyle/>
          <a:p>
            <a:pPr marL="171360" indent="-170280" algn="just">
              <a:lnSpc>
                <a:spcPct val="100000"/>
              </a:lnSpc>
              <a:buClr>
                <a:srgbClr val="000000"/>
              </a:buClr>
              <a:buFont typeface="StarSymbol"/>
              <a:buChar char="-"/>
            </a:pPr>
            <a:r>
              <a:rPr lang="en-US" sz="1100" b="0" strike="noStrike" spc="-1">
                <a:latin typeface="Arial"/>
              </a:rPr>
              <a:t>Created using CG and HW, Believes to be real</a:t>
            </a:r>
            <a:endParaRPr lang="en-IN" sz="1100" b="0" strike="noStrike" spc="-1">
              <a:latin typeface="Arial"/>
            </a:endParaRPr>
          </a:p>
          <a:p>
            <a:pPr marL="171360" indent="-170280" algn="just">
              <a:lnSpc>
                <a:spcPct val="100000"/>
              </a:lnSpc>
              <a:buClr>
                <a:srgbClr val="000000"/>
              </a:buClr>
              <a:buFont typeface="StarSymbol"/>
              <a:buChar char="-"/>
            </a:pPr>
            <a:r>
              <a:rPr lang="en-US" sz="1100" b="0" strike="noStrike" spc="-1">
                <a:latin typeface="Arial"/>
              </a:rPr>
              <a:t>In VRE and lot of potential for exploitation in Simulation &amp; training domain</a:t>
            </a:r>
            <a:endParaRPr lang="en-IN" sz="1100" b="0" strike="noStrike" spc="-1">
              <a:latin typeface="Arial"/>
            </a:endParaRPr>
          </a:p>
        </p:txBody>
      </p:sp>
      <p:sp>
        <p:nvSpPr>
          <p:cNvPr id="242" name="CustomShape 3"/>
          <p:cNvSpPr/>
          <p:nvPr/>
        </p:nvSpPr>
        <p:spPr>
          <a:xfrm>
            <a:off x="0" y="0"/>
            <a:ext cx="3037320" cy="464040"/>
          </a:xfrm>
          <a:prstGeom prst="rect">
            <a:avLst/>
          </a:prstGeom>
          <a:noFill/>
          <a:ln w="9360">
            <a:noFill/>
          </a:ln>
        </p:spPr>
        <p:style>
          <a:lnRef idx="0">
            <a:scrgbClr r="0" g="0" b="0"/>
          </a:lnRef>
          <a:fillRef idx="0">
            <a:scrgbClr r="0" g="0" b="0"/>
          </a:fillRef>
          <a:effectRef idx="0">
            <a:scrgbClr r="0" g="0" b="0"/>
          </a:effectRef>
          <a:fontRef idx="minor"/>
        </p:style>
      </p:sp>
      <p:sp>
        <p:nvSpPr>
          <p:cNvPr id="243" name="CustomShape 4"/>
          <p:cNvSpPr/>
          <p:nvPr/>
        </p:nvSpPr>
        <p:spPr>
          <a:xfrm>
            <a:off x="3970440" y="0"/>
            <a:ext cx="3037320" cy="4640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oAutofit/>
          </a:bodyPr>
          <a:lstStyle/>
          <a:p>
            <a:pPr algn="r">
              <a:lnSpc>
                <a:spcPct val="100000"/>
              </a:lnSpc>
            </a:pPr>
            <a:fld id="{0A70DE46-2961-40FE-9FE4-F14E7D164C24}" type="datetime1">
              <a:rPr lang="en-US" sz="1200" b="0" strike="noStrike" spc="-1">
                <a:solidFill>
                  <a:srgbClr val="000000"/>
                </a:solidFill>
                <a:latin typeface="Arial"/>
                <a:ea typeface="+mn-ea"/>
              </a:rPr>
              <a:t>11/2/2020</a:t>
            </a:fld>
            <a:endParaRPr lang="en-IN" sz="1200" b="0" strike="noStrike" spc="-1">
              <a:latin typeface="Arial"/>
            </a:endParaRPr>
          </a:p>
        </p:txBody>
      </p:sp>
      <p:sp>
        <p:nvSpPr>
          <p:cNvPr id="244" name="CustomShape 5"/>
          <p:cNvSpPr/>
          <p:nvPr/>
        </p:nvSpPr>
        <p:spPr>
          <a:xfrm>
            <a:off x="0" y="8829720"/>
            <a:ext cx="3037320" cy="464040"/>
          </a:xfrm>
          <a:prstGeom prst="rect">
            <a:avLst/>
          </a:prstGeom>
          <a:noFill/>
          <a:ln w="9360">
            <a:noFill/>
          </a:ln>
        </p:spPr>
        <p:style>
          <a:lnRef idx="0">
            <a:scrgbClr r="0" g="0" b="0"/>
          </a:lnRef>
          <a:fillRef idx="0">
            <a:scrgbClr r="0" g="0" b="0"/>
          </a:fillRef>
          <a:effectRef idx="0">
            <a:scrgbClr r="0" g="0" b="0"/>
          </a:effectRef>
          <a:fontRef idx="minor"/>
        </p:style>
      </p:sp>
      <p:sp>
        <p:nvSpPr>
          <p:cNvPr id="245" name="CustomShape 6"/>
          <p:cNvSpPr/>
          <p:nvPr/>
        </p:nvSpPr>
        <p:spPr>
          <a:xfrm>
            <a:off x="3970440" y="8829720"/>
            <a:ext cx="3037320" cy="4640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EC53A7C7-CF19-4784-91A1-D4AD415BB48D}" type="slidenum">
              <a:rPr lang="en-US" sz="1200" b="0" strike="noStrike" spc="-1">
                <a:solidFill>
                  <a:srgbClr val="000000"/>
                </a:solidFill>
                <a:latin typeface="Arial"/>
                <a:ea typeface="+mn-ea"/>
              </a:rPr>
              <a:t>9</a:t>
            </a:fld>
            <a:endParaRPr lang="en-IN" sz="1200" b="0" strike="noStrike" spc="-1">
              <a:latin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 name="PlaceHolder 1"/>
          <p:cNvSpPr>
            <a:spLocks noGrp="1" noRot="1" noChangeAspect="1"/>
          </p:cNvSpPr>
          <p:nvPr>
            <p:ph type="sldImg"/>
          </p:nvPr>
        </p:nvSpPr>
        <p:spPr>
          <a:xfrm>
            <a:off x="1182688" y="696913"/>
            <a:ext cx="4645025" cy="3484562"/>
          </a:xfrm>
          <a:prstGeom prst="rect">
            <a:avLst/>
          </a:prstGeom>
        </p:spPr>
      </p:sp>
      <p:sp>
        <p:nvSpPr>
          <p:cNvPr id="247" name="PlaceHolder 2"/>
          <p:cNvSpPr>
            <a:spLocks noGrp="1"/>
          </p:cNvSpPr>
          <p:nvPr>
            <p:ph type="body"/>
          </p:nvPr>
        </p:nvSpPr>
        <p:spPr>
          <a:xfrm>
            <a:off x="700200" y="4416480"/>
            <a:ext cx="5609160" cy="4182120"/>
          </a:xfrm>
          <a:prstGeom prst="rect">
            <a:avLst/>
          </a:prstGeom>
        </p:spPr>
        <p:txBody>
          <a:bodyPr lIns="0" tIns="0" rIns="0" bIns="0">
            <a:noAutofit/>
          </a:bodyPr>
          <a:lstStyle/>
          <a:p>
            <a:pPr marL="171360" indent="-170280" algn="just">
              <a:lnSpc>
                <a:spcPct val="100000"/>
              </a:lnSpc>
              <a:buClr>
                <a:srgbClr val="000000"/>
              </a:buClr>
              <a:buFont typeface="StarSymbol"/>
              <a:buChar char="-"/>
            </a:pPr>
            <a:r>
              <a:rPr lang="en-US" sz="1100" b="0" strike="noStrike" spc="-1">
                <a:latin typeface="Arial"/>
              </a:rPr>
              <a:t>Created using CG and HW, Believes to be real</a:t>
            </a:r>
            <a:endParaRPr lang="en-IN" sz="1100" b="0" strike="noStrike" spc="-1">
              <a:latin typeface="Arial"/>
            </a:endParaRPr>
          </a:p>
          <a:p>
            <a:pPr marL="171360" indent="-170280" algn="just">
              <a:lnSpc>
                <a:spcPct val="100000"/>
              </a:lnSpc>
              <a:buClr>
                <a:srgbClr val="000000"/>
              </a:buClr>
              <a:buFont typeface="StarSymbol"/>
              <a:buChar char="-"/>
            </a:pPr>
            <a:r>
              <a:rPr lang="en-US" sz="1100" b="0" strike="noStrike" spc="-1">
                <a:latin typeface="Arial"/>
              </a:rPr>
              <a:t>In VRE and lot of potential for exploitation in Simulation &amp; training domain</a:t>
            </a:r>
            <a:endParaRPr lang="en-IN" sz="1100" b="0" strike="noStrike" spc="-1">
              <a:latin typeface="Arial"/>
            </a:endParaRPr>
          </a:p>
        </p:txBody>
      </p:sp>
      <p:sp>
        <p:nvSpPr>
          <p:cNvPr id="248" name="CustomShape 3"/>
          <p:cNvSpPr/>
          <p:nvPr/>
        </p:nvSpPr>
        <p:spPr>
          <a:xfrm>
            <a:off x="0" y="0"/>
            <a:ext cx="3037320" cy="464040"/>
          </a:xfrm>
          <a:prstGeom prst="rect">
            <a:avLst/>
          </a:prstGeom>
          <a:noFill/>
          <a:ln w="9360">
            <a:noFill/>
          </a:ln>
        </p:spPr>
        <p:style>
          <a:lnRef idx="0">
            <a:scrgbClr r="0" g="0" b="0"/>
          </a:lnRef>
          <a:fillRef idx="0">
            <a:scrgbClr r="0" g="0" b="0"/>
          </a:fillRef>
          <a:effectRef idx="0">
            <a:scrgbClr r="0" g="0" b="0"/>
          </a:effectRef>
          <a:fontRef idx="minor"/>
        </p:style>
      </p:sp>
      <p:sp>
        <p:nvSpPr>
          <p:cNvPr id="249" name="CustomShape 4"/>
          <p:cNvSpPr/>
          <p:nvPr/>
        </p:nvSpPr>
        <p:spPr>
          <a:xfrm>
            <a:off x="3970440" y="0"/>
            <a:ext cx="3037320" cy="4640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oAutofit/>
          </a:bodyPr>
          <a:lstStyle/>
          <a:p>
            <a:pPr algn="r">
              <a:lnSpc>
                <a:spcPct val="100000"/>
              </a:lnSpc>
            </a:pPr>
            <a:fld id="{BE3E524D-9181-4EE6-BC5F-3FBDAD47074A}" type="datetime1">
              <a:rPr lang="en-US" sz="1200" b="0" strike="noStrike" spc="-1">
                <a:solidFill>
                  <a:srgbClr val="000000"/>
                </a:solidFill>
                <a:latin typeface="Arial"/>
                <a:ea typeface="+mn-ea"/>
              </a:rPr>
              <a:t>11/2/2020</a:t>
            </a:fld>
            <a:endParaRPr lang="en-IN" sz="1200" b="0" strike="noStrike" spc="-1">
              <a:latin typeface="Arial"/>
            </a:endParaRPr>
          </a:p>
        </p:txBody>
      </p:sp>
      <p:sp>
        <p:nvSpPr>
          <p:cNvPr id="250" name="CustomShape 5"/>
          <p:cNvSpPr/>
          <p:nvPr/>
        </p:nvSpPr>
        <p:spPr>
          <a:xfrm>
            <a:off x="0" y="8829720"/>
            <a:ext cx="3037320" cy="464040"/>
          </a:xfrm>
          <a:prstGeom prst="rect">
            <a:avLst/>
          </a:prstGeom>
          <a:noFill/>
          <a:ln w="9360">
            <a:noFill/>
          </a:ln>
        </p:spPr>
        <p:style>
          <a:lnRef idx="0">
            <a:scrgbClr r="0" g="0" b="0"/>
          </a:lnRef>
          <a:fillRef idx="0">
            <a:scrgbClr r="0" g="0" b="0"/>
          </a:fillRef>
          <a:effectRef idx="0">
            <a:scrgbClr r="0" g="0" b="0"/>
          </a:effectRef>
          <a:fontRef idx="minor"/>
        </p:style>
      </p:sp>
      <p:sp>
        <p:nvSpPr>
          <p:cNvPr id="251" name="CustomShape 6"/>
          <p:cNvSpPr/>
          <p:nvPr/>
        </p:nvSpPr>
        <p:spPr>
          <a:xfrm>
            <a:off x="3970440" y="8829720"/>
            <a:ext cx="3037320" cy="4640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3E7B95B0-8F47-4A17-96DF-39EE755BE08E}" type="slidenum">
              <a:rPr lang="en-US" sz="1200" b="0" strike="noStrike" spc="-1">
                <a:solidFill>
                  <a:srgbClr val="000000"/>
                </a:solidFill>
                <a:latin typeface="Arial"/>
                <a:ea typeface="+mn-ea"/>
              </a:rPr>
              <a:t>10</a:t>
            </a:fld>
            <a:endParaRPr lang="en-IN" sz="1200" b="0" strike="noStrike" spc="-1">
              <a:latin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PlaceHolder 1"/>
          <p:cNvSpPr>
            <a:spLocks noGrp="1" noRot="1" noChangeAspect="1"/>
          </p:cNvSpPr>
          <p:nvPr>
            <p:ph type="sldImg"/>
          </p:nvPr>
        </p:nvSpPr>
        <p:spPr>
          <a:xfrm>
            <a:off x="1182688" y="696913"/>
            <a:ext cx="4645025" cy="3484562"/>
          </a:xfrm>
          <a:prstGeom prst="rect">
            <a:avLst/>
          </a:prstGeom>
        </p:spPr>
      </p:sp>
      <p:sp>
        <p:nvSpPr>
          <p:cNvPr id="253" name="PlaceHolder 2"/>
          <p:cNvSpPr>
            <a:spLocks noGrp="1"/>
          </p:cNvSpPr>
          <p:nvPr>
            <p:ph type="body"/>
          </p:nvPr>
        </p:nvSpPr>
        <p:spPr>
          <a:xfrm>
            <a:off x="700200" y="4416480"/>
            <a:ext cx="5609160" cy="4182120"/>
          </a:xfrm>
          <a:prstGeom prst="rect">
            <a:avLst/>
          </a:prstGeom>
        </p:spPr>
        <p:txBody>
          <a:bodyPr lIns="0" tIns="0" rIns="0" bIns="0">
            <a:noAutofit/>
          </a:bodyPr>
          <a:lstStyle/>
          <a:p>
            <a:pPr marL="171360" indent="-170280" algn="just">
              <a:lnSpc>
                <a:spcPct val="100000"/>
              </a:lnSpc>
              <a:buClr>
                <a:srgbClr val="000000"/>
              </a:buClr>
              <a:buFont typeface="StarSymbol"/>
              <a:buChar char="-"/>
            </a:pPr>
            <a:r>
              <a:rPr lang="en-US" sz="1100" b="0" strike="noStrike" spc="-1">
                <a:latin typeface="Arial"/>
              </a:rPr>
              <a:t>Created using CG and HW, Believes to be real</a:t>
            </a:r>
            <a:endParaRPr lang="en-IN" sz="1100" b="0" strike="noStrike" spc="-1">
              <a:latin typeface="Arial"/>
            </a:endParaRPr>
          </a:p>
          <a:p>
            <a:pPr marL="171360" indent="-170280" algn="just">
              <a:lnSpc>
                <a:spcPct val="100000"/>
              </a:lnSpc>
              <a:buClr>
                <a:srgbClr val="000000"/>
              </a:buClr>
              <a:buFont typeface="StarSymbol"/>
              <a:buChar char="-"/>
            </a:pPr>
            <a:r>
              <a:rPr lang="en-US" sz="1100" b="0" strike="noStrike" spc="-1">
                <a:latin typeface="Arial"/>
              </a:rPr>
              <a:t>In VRE and lot of potential for exploitation in Simulation &amp; training domain</a:t>
            </a:r>
            <a:endParaRPr lang="en-IN" sz="1100" b="0" strike="noStrike" spc="-1">
              <a:latin typeface="Arial"/>
            </a:endParaRPr>
          </a:p>
        </p:txBody>
      </p:sp>
      <p:sp>
        <p:nvSpPr>
          <p:cNvPr id="254" name="CustomShape 3"/>
          <p:cNvSpPr/>
          <p:nvPr/>
        </p:nvSpPr>
        <p:spPr>
          <a:xfrm>
            <a:off x="0" y="0"/>
            <a:ext cx="3037320" cy="464040"/>
          </a:xfrm>
          <a:prstGeom prst="rect">
            <a:avLst/>
          </a:prstGeom>
          <a:noFill/>
          <a:ln w="9360">
            <a:noFill/>
          </a:ln>
        </p:spPr>
        <p:style>
          <a:lnRef idx="0">
            <a:scrgbClr r="0" g="0" b="0"/>
          </a:lnRef>
          <a:fillRef idx="0">
            <a:scrgbClr r="0" g="0" b="0"/>
          </a:fillRef>
          <a:effectRef idx="0">
            <a:scrgbClr r="0" g="0" b="0"/>
          </a:effectRef>
          <a:fontRef idx="minor"/>
        </p:style>
      </p:sp>
      <p:sp>
        <p:nvSpPr>
          <p:cNvPr id="255" name="CustomShape 4"/>
          <p:cNvSpPr/>
          <p:nvPr/>
        </p:nvSpPr>
        <p:spPr>
          <a:xfrm>
            <a:off x="3970440" y="0"/>
            <a:ext cx="3037320" cy="4640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oAutofit/>
          </a:bodyPr>
          <a:lstStyle/>
          <a:p>
            <a:pPr algn="r">
              <a:lnSpc>
                <a:spcPct val="100000"/>
              </a:lnSpc>
            </a:pPr>
            <a:fld id="{EA8FACC8-B150-4A9E-BCB2-3289449C0169}" type="datetime1">
              <a:rPr lang="en-US" sz="1200" b="0" strike="noStrike" spc="-1">
                <a:solidFill>
                  <a:srgbClr val="000000"/>
                </a:solidFill>
                <a:latin typeface="Arial"/>
                <a:ea typeface="+mn-ea"/>
              </a:rPr>
              <a:t>11/2/2020</a:t>
            </a:fld>
            <a:endParaRPr lang="en-IN" sz="1200" b="0" strike="noStrike" spc="-1">
              <a:latin typeface="Arial"/>
            </a:endParaRPr>
          </a:p>
        </p:txBody>
      </p:sp>
      <p:sp>
        <p:nvSpPr>
          <p:cNvPr id="256" name="CustomShape 5"/>
          <p:cNvSpPr/>
          <p:nvPr/>
        </p:nvSpPr>
        <p:spPr>
          <a:xfrm>
            <a:off x="0" y="8829720"/>
            <a:ext cx="3037320" cy="464040"/>
          </a:xfrm>
          <a:prstGeom prst="rect">
            <a:avLst/>
          </a:prstGeom>
          <a:noFill/>
          <a:ln w="9360">
            <a:noFill/>
          </a:ln>
        </p:spPr>
        <p:style>
          <a:lnRef idx="0">
            <a:scrgbClr r="0" g="0" b="0"/>
          </a:lnRef>
          <a:fillRef idx="0">
            <a:scrgbClr r="0" g="0" b="0"/>
          </a:fillRef>
          <a:effectRef idx="0">
            <a:scrgbClr r="0" g="0" b="0"/>
          </a:effectRef>
          <a:fontRef idx="minor"/>
        </p:style>
      </p:sp>
      <p:sp>
        <p:nvSpPr>
          <p:cNvPr id="257" name="CustomShape 6"/>
          <p:cNvSpPr/>
          <p:nvPr/>
        </p:nvSpPr>
        <p:spPr>
          <a:xfrm>
            <a:off x="3970440" y="8829720"/>
            <a:ext cx="3037320" cy="4640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64A1451C-BF59-4863-B7CF-4F7C3728822A}" type="slidenum">
              <a:rPr lang="en-US" sz="1200" b="0" strike="noStrike" spc="-1">
                <a:solidFill>
                  <a:srgbClr val="000000"/>
                </a:solidFill>
                <a:latin typeface="Arial"/>
                <a:ea typeface="+mn-ea"/>
              </a:rPr>
              <a:t>11</a:t>
            </a:fld>
            <a:endParaRPr lang="en-IN" sz="1200" b="0" strike="noStrike" spc="-1">
              <a:latin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 name="PlaceHolder 1"/>
          <p:cNvSpPr>
            <a:spLocks noGrp="1" noRot="1" noChangeAspect="1"/>
          </p:cNvSpPr>
          <p:nvPr>
            <p:ph type="sldImg"/>
          </p:nvPr>
        </p:nvSpPr>
        <p:spPr>
          <a:xfrm>
            <a:off x="1182688" y="696913"/>
            <a:ext cx="4645025" cy="3484562"/>
          </a:xfrm>
          <a:prstGeom prst="rect">
            <a:avLst/>
          </a:prstGeom>
        </p:spPr>
      </p:sp>
      <p:sp>
        <p:nvSpPr>
          <p:cNvPr id="259" name="PlaceHolder 2"/>
          <p:cNvSpPr>
            <a:spLocks noGrp="1"/>
          </p:cNvSpPr>
          <p:nvPr>
            <p:ph type="body"/>
          </p:nvPr>
        </p:nvSpPr>
        <p:spPr>
          <a:xfrm>
            <a:off x="700200" y="4416480"/>
            <a:ext cx="5609160" cy="4182120"/>
          </a:xfrm>
          <a:prstGeom prst="rect">
            <a:avLst/>
          </a:prstGeom>
        </p:spPr>
        <p:txBody>
          <a:bodyPr lIns="0" tIns="0" rIns="0" bIns="0">
            <a:noAutofit/>
          </a:bodyPr>
          <a:lstStyle/>
          <a:p>
            <a:pPr marL="171360" indent="-170280" algn="just">
              <a:lnSpc>
                <a:spcPct val="100000"/>
              </a:lnSpc>
              <a:buClr>
                <a:srgbClr val="000000"/>
              </a:buClr>
              <a:buFont typeface="StarSymbol"/>
              <a:buChar char="-"/>
            </a:pPr>
            <a:r>
              <a:rPr lang="en-US" sz="1100" b="0" strike="noStrike" spc="-1">
                <a:latin typeface="Arial"/>
              </a:rPr>
              <a:t>Created using CG and HW, Believes to be real</a:t>
            </a:r>
            <a:endParaRPr lang="en-IN" sz="1100" b="0" strike="noStrike" spc="-1">
              <a:latin typeface="Arial"/>
            </a:endParaRPr>
          </a:p>
          <a:p>
            <a:pPr marL="171360" indent="-170280" algn="just">
              <a:lnSpc>
                <a:spcPct val="100000"/>
              </a:lnSpc>
              <a:buClr>
                <a:srgbClr val="000000"/>
              </a:buClr>
              <a:buFont typeface="StarSymbol"/>
              <a:buChar char="-"/>
            </a:pPr>
            <a:r>
              <a:rPr lang="en-US" sz="1100" b="0" strike="noStrike" spc="-1">
                <a:latin typeface="Arial"/>
              </a:rPr>
              <a:t>In VRE and lot of potential for exploitation in Simulation &amp; training domain</a:t>
            </a:r>
            <a:endParaRPr lang="en-IN" sz="1100" b="0" strike="noStrike" spc="-1">
              <a:latin typeface="Arial"/>
            </a:endParaRPr>
          </a:p>
        </p:txBody>
      </p:sp>
      <p:sp>
        <p:nvSpPr>
          <p:cNvPr id="260" name="CustomShape 3"/>
          <p:cNvSpPr/>
          <p:nvPr/>
        </p:nvSpPr>
        <p:spPr>
          <a:xfrm>
            <a:off x="0" y="0"/>
            <a:ext cx="3037320" cy="464040"/>
          </a:xfrm>
          <a:prstGeom prst="rect">
            <a:avLst/>
          </a:prstGeom>
          <a:noFill/>
          <a:ln w="9360">
            <a:noFill/>
          </a:ln>
        </p:spPr>
        <p:style>
          <a:lnRef idx="0">
            <a:scrgbClr r="0" g="0" b="0"/>
          </a:lnRef>
          <a:fillRef idx="0">
            <a:scrgbClr r="0" g="0" b="0"/>
          </a:fillRef>
          <a:effectRef idx="0">
            <a:scrgbClr r="0" g="0" b="0"/>
          </a:effectRef>
          <a:fontRef idx="minor"/>
        </p:style>
      </p:sp>
      <p:sp>
        <p:nvSpPr>
          <p:cNvPr id="261" name="CustomShape 4"/>
          <p:cNvSpPr/>
          <p:nvPr/>
        </p:nvSpPr>
        <p:spPr>
          <a:xfrm>
            <a:off x="3970440" y="0"/>
            <a:ext cx="3037320" cy="4640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oAutofit/>
          </a:bodyPr>
          <a:lstStyle/>
          <a:p>
            <a:pPr algn="r">
              <a:lnSpc>
                <a:spcPct val="100000"/>
              </a:lnSpc>
            </a:pPr>
            <a:fld id="{FBC8E9BD-2156-476C-ACDF-837C119BA95A}" type="datetime1">
              <a:rPr lang="en-US" sz="1200" b="0" strike="noStrike" spc="-1">
                <a:solidFill>
                  <a:srgbClr val="000000"/>
                </a:solidFill>
                <a:latin typeface="Arial"/>
                <a:ea typeface="+mn-ea"/>
              </a:rPr>
              <a:t>11/2/2020</a:t>
            </a:fld>
            <a:endParaRPr lang="en-IN" sz="1200" b="0" strike="noStrike" spc="-1">
              <a:latin typeface="Arial"/>
            </a:endParaRPr>
          </a:p>
        </p:txBody>
      </p:sp>
      <p:sp>
        <p:nvSpPr>
          <p:cNvPr id="262" name="CustomShape 5"/>
          <p:cNvSpPr/>
          <p:nvPr/>
        </p:nvSpPr>
        <p:spPr>
          <a:xfrm>
            <a:off x="0" y="8829720"/>
            <a:ext cx="3037320" cy="464040"/>
          </a:xfrm>
          <a:prstGeom prst="rect">
            <a:avLst/>
          </a:prstGeom>
          <a:noFill/>
          <a:ln w="9360">
            <a:noFill/>
          </a:ln>
        </p:spPr>
        <p:style>
          <a:lnRef idx="0">
            <a:scrgbClr r="0" g="0" b="0"/>
          </a:lnRef>
          <a:fillRef idx="0">
            <a:scrgbClr r="0" g="0" b="0"/>
          </a:fillRef>
          <a:effectRef idx="0">
            <a:scrgbClr r="0" g="0" b="0"/>
          </a:effectRef>
          <a:fontRef idx="minor"/>
        </p:style>
      </p:sp>
      <p:sp>
        <p:nvSpPr>
          <p:cNvPr id="263" name="CustomShape 6"/>
          <p:cNvSpPr/>
          <p:nvPr/>
        </p:nvSpPr>
        <p:spPr>
          <a:xfrm>
            <a:off x="3970440" y="8829720"/>
            <a:ext cx="3037320" cy="4640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23C896E2-7DAF-4FBC-8EED-90AAAD57280E}" type="slidenum">
              <a:rPr lang="en-US" sz="1200" b="0" strike="noStrike" spc="-1">
                <a:solidFill>
                  <a:srgbClr val="000000"/>
                </a:solidFill>
                <a:latin typeface="Arial"/>
                <a:ea typeface="+mn-ea"/>
              </a:rPr>
              <a:t>12</a:t>
            </a:fld>
            <a:endParaRPr lang="en-IN" sz="1200" b="0" strike="noStrike" spc="-1">
              <a:latin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 name="PlaceHolder 1"/>
          <p:cNvSpPr>
            <a:spLocks noGrp="1" noRot="1" noChangeAspect="1"/>
          </p:cNvSpPr>
          <p:nvPr>
            <p:ph type="sldImg"/>
          </p:nvPr>
        </p:nvSpPr>
        <p:spPr>
          <a:xfrm>
            <a:off x="1182688" y="696913"/>
            <a:ext cx="4645025" cy="3484562"/>
          </a:xfrm>
          <a:prstGeom prst="rect">
            <a:avLst/>
          </a:prstGeom>
        </p:spPr>
      </p:sp>
      <p:sp>
        <p:nvSpPr>
          <p:cNvPr id="265" name="PlaceHolder 2"/>
          <p:cNvSpPr>
            <a:spLocks noGrp="1"/>
          </p:cNvSpPr>
          <p:nvPr>
            <p:ph type="body"/>
          </p:nvPr>
        </p:nvSpPr>
        <p:spPr>
          <a:xfrm>
            <a:off x="700200" y="4416480"/>
            <a:ext cx="5609160" cy="4182120"/>
          </a:xfrm>
          <a:prstGeom prst="rect">
            <a:avLst/>
          </a:prstGeom>
        </p:spPr>
        <p:txBody>
          <a:bodyPr lIns="0" tIns="0" rIns="0" bIns="0">
            <a:noAutofit/>
          </a:bodyPr>
          <a:lstStyle/>
          <a:p>
            <a:pPr marL="171360" indent="-170280" algn="just">
              <a:lnSpc>
                <a:spcPct val="100000"/>
              </a:lnSpc>
              <a:buClr>
                <a:srgbClr val="000000"/>
              </a:buClr>
              <a:buFont typeface="StarSymbol"/>
              <a:buChar char="-"/>
            </a:pPr>
            <a:r>
              <a:rPr lang="en-US" sz="1100" b="0" strike="noStrike" spc="-1">
                <a:latin typeface="Arial"/>
              </a:rPr>
              <a:t>Created using CG and HW, Believes to be real</a:t>
            </a:r>
            <a:endParaRPr lang="en-IN" sz="1100" b="0" strike="noStrike" spc="-1">
              <a:latin typeface="Arial"/>
            </a:endParaRPr>
          </a:p>
          <a:p>
            <a:pPr marL="171360" indent="-170280" algn="just">
              <a:lnSpc>
                <a:spcPct val="100000"/>
              </a:lnSpc>
              <a:buClr>
                <a:srgbClr val="000000"/>
              </a:buClr>
              <a:buFont typeface="StarSymbol"/>
              <a:buChar char="-"/>
            </a:pPr>
            <a:r>
              <a:rPr lang="en-US" sz="1100" b="0" strike="noStrike" spc="-1">
                <a:latin typeface="Arial"/>
              </a:rPr>
              <a:t>In VRE and lot of potential for exploitation in Simulation &amp; training domain</a:t>
            </a:r>
            <a:endParaRPr lang="en-IN" sz="1100" b="0" strike="noStrike" spc="-1">
              <a:latin typeface="Arial"/>
            </a:endParaRPr>
          </a:p>
        </p:txBody>
      </p:sp>
      <p:sp>
        <p:nvSpPr>
          <p:cNvPr id="266" name="CustomShape 3"/>
          <p:cNvSpPr/>
          <p:nvPr/>
        </p:nvSpPr>
        <p:spPr>
          <a:xfrm>
            <a:off x="0" y="0"/>
            <a:ext cx="3037320" cy="464040"/>
          </a:xfrm>
          <a:prstGeom prst="rect">
            <a:avLst/>
          </a:prstGeom>
          <a:noFill/>
          <a:ln w="9360">
            <a:noFill/>
          </a:ln>
        </p:spPr>
        <p:style>
          <a:lnRef idx="0">
            <a:scrgbClr r="0" g="0" b="0"/>
          </a:lnRef>
          <a:fillRef idx="0">
            <a:scrgbClr r="0" g="0" b="0"/>
          </a:fillRef>
          <a:effectRef idx="0">
            <a:scrgbClr r="0" g="0" b="0"/>
          </a:effectRef>
          <a:fontRef idx="minor"/>
        </p:style>
      </p:sp>
      <p:sp>
        <p:nvSpPr>
          <p:cNvPr id="267" name="CustomShape 4"/>
          <p:cNvSpPr/>
          <p:nvPr/>
        </p:nvSpPr>
        <p:spPr>
          <a:xfrm>
            <a:off x="3970440" y="0"/>
            <a:ext cx="3037320" cy="4640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oAutofit/>
          </a:bodyPr>
          <a:lstStyle/>
          <a:p>
            <a:pPr algn="r">
              <a:lnSpc>
                <a:spcPct val="100000"/>
              </a:lnSpc>
            </a:pPr>
            <a:fld id="{5770B6EA-ABBF-4EC8-B007-3B1C7F651D05}" type="datetime1">
              <a:rPr lang="en-US" sz="1200" b="0" strike="noStrike" spc="-1">
                <a:solidFill>
                  <a:srgbClr val="000000"/>
                </a:solidFill>
                <a:latin typeface="Arial"/>
                <a:ea typeface="+mn-ea"/>
              </a:rPr>
              <a:t>11/2/2020</a:t>
            </a:fld>
            <a:endParaRPr lang="en-IN" sz="1200" b="0" strike="noStrike" spc="-1">
              <a:latin typeface="Arial"/>
            </a:endParaRPr>
          </a:p>
        </p:txBody>
      </p:sp>
      <p:sp>
        <p:nvSpPr>
          <p:cNvPr id="268" name="CustomShape 5"/>
          <p:cNvSpPr/>
          <p:nvPr/>
        </p:nvSpPr>
        <p:spPr>
          <a:xfrm>
            <a:off x="0" y="8829720"/>
            <a:ext cx="3037320" cy="464040"/>
          </a:xfrm>
          <a:prstGeom prst="rect">
            <a:avLst/>
          </a:prstGeom>
          <a:noFill/>
          <a:ln w="9360">
            <a:noFill/>
          </a:ln>
        </p:spPr>
        <p:style>
          <a:lnRef idx="0">
            <a:scrgbClr r="0" g="0" b="0"/>
          </a:lnRef>
          <a:fillRef idx="0">
            <a:scrgbClr r="0" g="0" b="0"/>
          </a:fillRef>
          <a:effectRef idx="0">
            <a:scrgbClr r="0" g="0" b="0"/>
          </a:effectRef>
          <a:fontRef idx="minor"/>
        </p:style>
      </p:sp>
      <p:sp>
        <p:nvSpPr>
          <p:cNvPr id="269" name="CustomShape 6"/>
          <p:cNvSpPr/>
          <p:nvPr/>
        </p:nvSpPr>
        <p:spPr>
          <a:xfrm>
            <a:off x="3970440" y="8829720"/>
            <a:ext cx="3037320" cy="4640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3C7DC43F-D7A3-427B-8F86-4D89B4AAB9B1}" type="slidenum">
              <a:rPr lang="en-US" sz="1200" b="0" strike="noStrike" spc="-1">
                <a:solidFill>
                  <a:srgbClr val="000000"/>
                </a:solidFill>
                <a:latin typeface="Arial"/>
                <a:ea typeface="+mn-ea"/>
              </a:rPr>
              <a:t>13</a:t>
            </a:fld>
            <a:endParaRPr lang="en-IN" sz="1200" b="0" strike="noStrike" spc="-1">
              <a:latin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 name="PlaceHolder 1"/>
          <p:cNvSpPr>
            <a:spLocks noGrp="1" noRot="1" noChangeAspect="1"/>
          </p:cNvSpPr>
          <p:nvPr>
            <p:ph type="sldImg"/>
          </p:nvPr>
        </p:nvSpPr>
        <p:spPr>
          <a:xfrm>
            <a:off x="1181160" y="696960"/>
            <a:ext cx="4648680" cy="3485160"/>
          </a:xfrm>
          <a:prstGeom prst="rect">
            <a:avLst/>
          </a:prstGeom>
        </p:spPr>
      </p:sp>
      <p:sp>
        <p:nvSpPr>
          <p:cNvPr id="271" name="PlaceHolder 2"/>
          <p:cNvSpPr>
            <a:spLocks noGrp="1"/>
          </p:cNvSpPr>
          <p:nvPr>
            <p:ph type="body"/>
          </p:nvPr>
        </p:nvSpPr>
        <p:spPr>
          <a:xfrm>
            <a:off x="700200" y="4416480"/>
            <a:ext cx="5609160" cy="4182120"/>
          </a:xfrm>
          <a:prstGeom prst="rect">
            <a:avLst/>
          </a:prstGeom>
        </p:spPr>
        <p:txBody>
          <a:bodyPr lIns="0" tIns="0" rIns="0" bIns="0">
            <a:noAutofit/>
          </a:bodyPr>
          <a:lstStyle/>
          <a:p>
            <a:pPr marL="171360" indent="-170280" algn="just">
              <a:lnSpc>
                <a:spcPct val="100000"/>
              </a:lnSpc>
              <a:buClr>
                <a:srgbClr val="000000"/>
              </a:buClr>
              <a:buFont typeface="StarSymbol"/>
              <a:buChar char="-"/>
            </a:pPr>
            <a:r>
              <a:rPr lang="en-US" sz="1100" b="0" strike="noStrike" spc="-1">
                <a:latin typeface="Arial"/>
              </a:rPr>
              <a:t>Created using CG and HW, Believes to be real</a:t>
            </a:r>
            <a:endParaRPr lang="en-IN" sz="1100" b="0" strike="noStrike" spc="-1">
              <a:latin typeface="Arial"/>
            </a:endParaRPr>
          </a:p>
          <a:p>
            <a:pPr marL="171360" indent="-170280" algn="just">
              <a:lnSpc>
                <a:spcPct val="100000"/>
              </a:lnSpc>
              <a:buClr>
                <a:srgbClr val="000000"/>
              </a:buClr>
              <a:buFont typeface="StarSymbol"/>
              <a:buChar char="-"/>
            </a:pPr>
            <a:r>
              <a:rPr lang="en-US" sz="1100" b="0" strike="noStrike" spc="-1">
                <a:latin typeface="Arial"/>
              </a:rPr>
              <a:t>In VRE and lot of potential for exploitation in Simulation &amp; training domain</a:t>
            </a:r>
            <a:endParaRPr lang="en-IN" sz="1100" b="0" strike="noStrike" spc="-1">
              <a:latin typeface="Arial"/>
            </a:endParaRPr>
          </a:p>
        </p:txBody>
      </p:sp>
      <p:sp>
        <p:nvSpPr>
          <p:cNvPr id="272" name="CustomShape 3"/>
          <p:cNvSpPr/>
          <p:nvPr/>
        </p:nvSpPr>
        <p:spPr>
          <a:xfrm>
            <a:off x="0" y="0"/>
            <a:ext cx="3037320" cy="464040"/>
          </a:xfrm>
          <a:prstGeom prst="rect">
            <a:avLst/>
          </a:prstGeom>
          <a:noFill/>
          <a:ln w="9360">
            <a:noFill/>
          </a:ln>
        </p:spPr>
        <p:style>
          <a:lnRef idx="0">
            <a:scrgbClr r="0" g="0" b="0"/>
          </a:lnRef>
          <a:fillRef idx="0">
            <a:scrgbClr r="0" g="0" b="0"/>
          </a:fillRef>
          <a:effectRef idx="0">
            <a:scrgbClr r="0" g="0" b="0"/>
          </a:effectRef>
          <a:fontRef idx="minor"/>
        </p:style>
      </p:sp>
      <p:sp>
        <p:nvSpPr>
          <p:cNvPr id="273" name="CustomShape 4"/>
          <p:cNvSpPr/>
          <p:nvPr/>
        </p:nvSpPr>
        <p:spPr>
          <a:xfrm>
            <a:off x="3970440" y="0"/>
            <a:ext cx="3037320" cy="4640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oAutofit/>
          </a:bodyPr>
          <a:lstStyle/>
          <a:p>
            <a:pPr algn="r">
              <a:lnSpc>
                <a:spcPct val="100000"/>
              </a:lnSpc>
            </a:pPr>
            <a:fld id="{C17B8E0A-AC57-40D8-B5D4-4030A3CCFEDB}" type="datetime1">
              <a:rPr lang="en-US" sz="1200" b="0" strike="noStrike" spc="-1">
                <a:solidFill>
                  <a:srgbClr val="000000"/>
                </a:solidFill>
                <a:latin typeface="Arial"/>
                <a:ea typeface="+mn-ea"/>
              </a:rPr>
              <a:t>11/2/2020</a:t>
            </a:fld>
            <a:endParaRPr lang="en-IN" sz="1200" b="0" strike="noStrike" spc="-1">
              <a:latin typeface="Arial"/>
            </a:endParaRPr>
          </a:p>
        </p:txBody>
      </p:sp>
      <p:sp>
        <p:nvSpPr>
          <p:cNvPr id="274" name="CustomShape 5"/>
          <p:cNvSpPr/>
          <p:nvPr/>
        </p:nvSpPr>
        <p:spPr>
          <a:xfrm>
            <a:off x="0" y="8829720"/>
            <a:ext cx="3037320" cy="464040"/>
          </a:xfrm>
          <a:prstGeom prst="rect">
            <a:avLst/>
          </a:prstGeom>
          <a:noFill/>
          <a:ln w="9360">
            <a:noFill/>
          </a:ln>
        </p:spPr>
        <p:style>
          <a:lnRef idx="0">
            <a:scrgbClr r="0" g="0" b="0"/>
          </a:lnRef>
          <a:fillRef idx="0">
            <a:scrgbClr r="0" g="0" b="0"/>
          </a:fillRef>
          <a:effectRef idx="0">
            <a:scrgbClr r="0" g="0" b="0"/>
          </a:effectRef>
          <a:fontRef idx="minor"/>
        </p:style>
      </p:sp>
      <p:sp>
        <p:nvSpPr>
          <p:cNvPr id="275" name="CustomShape 6"/>
          <p:cNvSpPr/>
          <p:nvPr/>
        </p:nvSpPr>
        <p:spPr>
          <a:xfrm>
            <a:off x="3970440" y="8829720"/>
            <a:ext cx="3037320" cy="4640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D90BD4C1-86A3-4E4C-963A-8CD84F84FB1C}" type="slidenum">
              <a:rPr lang="en-US" sz="1200" b="0" strike="noStrike" spc="-1">
                <a:solidFill>
                  <a:srgbClr val="000000"/>
                </a:solidFill>
                <a:latin typeface="Arial"/>
                <a:ea typeface="+mn-ea"/>
              </a:rPr>
              <a:t>14</a:t>
            </a:fld>
            <a:endParaRPr lang="en-IN" sz="1200" b="0" strike="noStrike" spc="-1">
              <a:latin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PlaceHolder 1"/>
          <p:cNvSpPr>
            <a:spLocks noGrp="1" noRot="1" noChangeAspect="1"/>
          </p:cNvSpPr>
          <p:nvPr>
            <p:ph type="sldImg"/>
          </p:nvPr>
        </p:nvSpPr>
        <p:spPr>
          <a:xfrm>
            <a:off x="1182688" y="696913"/>
            <a:ext cx="4645025" cy="3484562"/>
          </a:xfrm>
          <a:prstGeom prst="rect">
            <a:avLst/>
          </a:prstGeom>
        </p:spPr>
      </p:sp>
      <p:sp>
        <p:nvSpPr>
          <p:cNvPr id="277" name="PlaceHolder 2"/>
          <p:cNvSpPr>
            <a:spLocks noGrp="1"/>
          </p:cNvSpPr>
          <p:nvPr>
            <p:ph type="body"/>
          </p:nvPr>
        </p:nvSpPr>
        <p:spPr>
          <a:xfrm>
            <a:off x="700200" y="4416480"/>
            <a:ext cx="5609160" cy="4182120"/>
          </a:xfrm>
          <a:prstGeom prst="rect">
            <a:avLst/>
          </a:prstGeom>
        </p:spPr>
        <p:txBody>
          <a:bodyPr lIns="0" tIns="0" rIns="0" bIns="0">
            <a:noAutofit/>
          </a:bodyPr>
          <a:lstStyle/>
          <a:p>
            <a:pPr marL="171360" indent="-170280" algn="just">
              <a:lnSpc>
                <a:spcPct val="100000"/>
              </a:lnSpc>
              <a:buClr>
                <a:srgbClr val="000000"/>
              </a:buClr>
              <a:buFont typeface="StarSymbol"/>
              <a:buChar char="-"/>
            </a:pPr>
            <a:r>
              <a:rPr lang="en-US" sz="1100" b="0" strike="noStrike" spc="-1">
                <a:latin typeface="Arial"/>
              </a:rPr>
              <a:t>Created using CG and HW, Believes to be real</a:t>
            </a:r>
            <a:endParaRPr lang="en-IN" sz="1100" b="0" strike="noStrike" spc="-1">
              <a:latin typeface="Arial"/>
            </a:endParaRPr>
          </a:p>
          <a:p>
            <a:pPr marL="171360" indent="-170280" algn="just">
              <a:lnSpc>
                <a:spcPct val="100000"/>
              </a:lnSpc>
              <a:buClr>
                <a:srgbClr val="000000"/>
              </a:buClr>
              <a:buFont typeface="StarSymbol"/>
              <a:buChar char="-"/>
            </a:pPr>
            <a:r>
              <a:rPr lang="en-US" sz="1100" b="0" strike="noStrike" spc="-1">
                <a:latin typeface="Arial"/>
              </a:rPr>
              <a:t>In VRE and lot of potential for exploitation in Simulation &amp; training domain</a:t>
            </a:r>
            <a:endParaRPr lang="en-IN" sz="1100" b="0" strike="noStrike" spc="-1">
              <a:latin typeface="Arial"/>
            </a:endParaRPr>
          </a:p>
        </p:txBody>
      </p:sp>
      <p:sp>
        <p:nvSpPr>
          <p:cNvPr id="278" name="CustomShape 3"/>
          <p:cNvSpPr/>
          <p:nvPr/>
        </p:nvSpPr>
        <p:spPr>
          <a:xfrm>
            <a:off x="0" y="0"/>
            <a:ext cx="3037320" cy="464040"/>
          </a:xfrm>
          <a:prstGeom prst="rect">
            <a:avLst/>
          </a:prstGeom>
          <a:noFill/>
          <a:ln w="9360">
            <a:noFill/>
          </a:ln>
        </p:spPr>
        <p:style>
          <a:lnRef idx="0">
            <a:scrgbClr r="0" g="0" b="0"/>
          </a:lnRef>
          <a:fillRef idx="0">
            <a:scrgbClr r="0" g="0" b="0"/>
          </a:fillRef>
          <a:effectRef idx="0">
            <a:scrgbClr r="0" g="0" b="0"/>
          </a:effectRef>
          <a:fontRef idx="minor"/>
        </p:style>
      </p:sp>
      <p:sp>
        <p:nvSpPr>
          <p:cNvPr id="279" name="CustomShape 4"/>
          <p:cNvSpPr/>
          <p:nvPr/>
        </p:nvSpPr>
        <p:spPr>
          <a:xfrm>
            <a:off x="3970440" y="0"/>
            <a:ext cx="3037320" cy="4640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oAutofit/>
          </a:bodyPr>
          <a:lstStyle/>
          <a:p>
            <a:pPr algn="r">
              <a:lnSpc>
                <a:spcPct val="100000"/>
              </a:lnSpc>
            </a:pPr>
            <a:fld id="{4982317D-A7B2-497C-B7C6-BA18C0F7A934}" type="datetime1">
              <a:rPr lang="en-US" sz="1200" b="0" strike="noStrike" spc="-1">
                <a:solidFill>
                  <a:srgbClr val="000000"/>
                </a:solidFill>
                <a:latin typeface="Arial"/>
                <a:ea typeface="+mn-ea"/>
              </a:rPr>
              <a:t>11/2/2020</a:t>
            </a:fld>
            <a:endParaRPr lang="en-IN" sz="1200" b="0" strike="noStrike" spc="-1">
              <a:latin typeface="Arial"/>
            </a:endParaRPr>
          </a:p>
        </p:txBody>
      </p:sp>
      <p:sp>
        <p:nvSpPr>
          <p:cNvPr id="280" name="CustomShape 5"/>
          <p:cNvSpPr/>
          <p:nvPr/>
        </p:nvSpPr>
        <p:spPr>
          <a:xfrm>
            <a:off x="0" y="8829720"/>
            <a:ext cx="3037320" cy="464040"/>
          </a:xfrm>
          <a:prstGeom prst="rect">
            <a:avLst/>
          </a:prstGeom>
          <a:noFill/>
          <a:ln w="9360">
            <a:noFill/>
          </a:ln>
        </p:spPr>
        <p:style>
          <a:lnRef idx="0">
            <a:scrgbClr r="0" g="0" b="0"/>
          </a:lnRef>
          <a:fillRef idx="0">
            <a:scrgbClr r="0" g="0" b="0"/>
          </a:fillRef>
          <a:effectRef idx="0">
            <a:scrgbClr r="0" g="0" b="0"/>
          </a:effectRef>
          <a:fontRef idx="minor"/>
        </p:style>
      </p:sp>
      <p:sp>
        <p:nvSpPr>
          <p:cNvPr id="281" name="CustomShape 6"/>
          <p:cNvSpPr/>
          <p:nvPr/>
        </p:nvSpPr>
        <p:spPr>
          <a:xfrm>
            <a:off x="3970440" y="8829720"/>
            <a:ext cx="3037320" cy="4640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CA6C3A6B-9BF3-4C8F-83CB-E663D1C9F41F}" type="slidenum">
              <a:rPr lang="en-US" sz="1200" b="0" strike="noStrike" spc="-1">
                <a:solidFill>
                  <a:srgbClr val="000000"/>
                </a:solidFill>
                <a:latin typeface="Arial"/>
                <a:ea typeface="+mn-ea"/>
              </a:rPr>
              <a:t>15</a:t>
            </a:fld>
            <a:endParaRPr lang="en-IN" sz="1200" b="0" strike="noStrike" spc="-1">
              <a:latin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 name="PlaceHolder 1"/>
          <p:cNvSpPr>
            <a:spLocks noGrp="1" noRot="1" noChangeAspect="1"/>
          </p:cNvSpPr>
          <p:nvPr>
            <p:ph type="sldImg"/>
          </p:nvPr>
        </p:nvSpPr>
        <p:spPr>
          <a:xfrm>
            <a:off x="1181160" y="696960"/>
            <a:ext cx="4648680" cy="3485160"/>
          </a:xfrm>
          <a:prstGeom prst="rect">
            <a:avLst/>
          </a:prstGeom>
        </p:spPr>
      </p:sp>
      <p:sp>
        <p:nvSpPr>
          <p:cNvPr id="283" name="PlaceHolder 2"/>
          <p:cNvSpPr>
            <a:spLocks noGrp="1"/>
          </p:cNvSpPr>
          <p:nvPr>
            <p:ph type="body"/>
          </p:nvPr>
        </p:nvSpPr>
        <p:spPr>
          <a:xfrm>
            <a:off x="700200" y="4416480"/>
            <a:ext cx="5609160" cy="4182120"/>
          </a:xfrm>
          <a:prstGeom prst="rect">
            <a:avLst/>
          </a:prstGeom>
        </p:spPr>
        <p:txBody>
          <a:bodyPr lIns="0" tIns="0" rIns="0" bIns="0">
            <a:noAutofit/>
          </a:bodyPr>
          <a:lstStyle/>
          <a:p>
            <a:pPr marL="171360" indent="-170280" algn="just">
              <a:lnSpc>
                <a:spcPct val="100000"/>
              </a:lnSpc>
              <a:buClr>
                <a:srgbClr val="000000"/>
              </a:buClr>
              <a:buFont typeface="StarSymbol"/>
              <a:buChar char="-"/>
            </a:pPr>
            <a:r>
              <a:rPr lang="en-US" sz="1100" b="0" strike="noStrike" spc="-1">
                <a:latin typeface="Arial"/>
              </a:rPr>
              <a:t>Created using CG and HW, Believes to be real</a:t>
            </a:r>
            <a:endParaRPr lang="en-IN" sz="1100" b="0" strike="noStrike" spc="-1">
              <a:latin typeface="Arial"/>
            </a:endParaRPr>
          </a:p>
          <a:p>
            <a:pPr marL="171360" indent="-170280" algn="just">
              <a:lnSpc>
                <a:spcPct val="100000"/>
              </a:lnSpc>
              <a:buClr>
                <a:srgbClr val="000000"/>
              </a:buClr>
              <a:buFont typeface="StarSymbol"/>
              <a:buChar char="-"/>
            </a:pPr>
            <a:r>
              <a:rPr lang="en-US" sz="1100" b="0" strike="noStrike" spc="-1">
                <a:latin typeface="Arial"/>
              </a:rPr>
              <a:t>In VRE and lot of potential for exploitation in Simulation &amp; training domain</a:t>
            </a:r>
            <a:endParaRPr lang="en-IN" sz="1100" b="0" strike="noStrike" spc="-1">
              <a:latin typeface="Arial"/>
            </a:endParaRPr>
          </a:p>
        </p:txBody>
      </p:sp>
      <p:sp>
        <p:nvSpPr>
          <p:cNvPr id="284" name="CustomShape 3"/>
          <p:cNvSpPr/>
          <p:nvPr/>
        </p:nvSpPr>
        <p:spPr>
          <a:xfrm>
            <a:off x="0" y="0"/>
            <a:ext cx="3037320" cy="464040"/>
          </a:xfrm>
          <a:prstGeom prst="rect">
            <a:avLst/>
          </a:prstGeom>
          <a:noFill/>
          <a:ln w="9360">
            <a:noFill/>
          </a:ln>
        </p:spPr>
        <p:style>
          <a:lnRef idx="0">
            <a:scrgbClr r="0" g="0" b="0"/>
          </a:lnRef>
          <a:fillRef idx="0">
            <a:scrgbClr r="0" g="0" b="0"/>
          </a:fillRef>
          <a:effectRef idx="0">
            <a:scrgbClr r="0" g="0" b="0"/>
          </a:effectRef>
          <a:fontRef idx="minor"/>
        </p:style>
      </p:sp>
      <p:sp>
        <p:nvSpPr>
          <p:cNvPr id="285" name="CustomShape 4"/>
          <p:cNvSpPr/>
          <p:nvPr/>
        </p:nvSpPr>
        <p:spPr>
          <a:xfrm>
            <a:off x="3970440" y="0"/>
            <a:ext cx="3037320" cy="4640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oAutofit/>
          </a:bodyPr>
          <a:lstStyle/>
          <a:p>
            <a:pPr algn="r">
              <a:lnSpc>
                <a:spcPct val="100000"/>
              </a:lnSpc>
            </a:pPr>
            <a:fld id="{306D0F56-083B-45F8-9062-6BBE6B5F184A}" type="datetime1">
              <a:rPr lang="en-US" sz="1200" b="0" strike="noStrike" spc="-1">
                <a:solidFill>
                  <a:srgbClr val="000000"/>
                </a:solidFill>
                <a:latin typeface="Arial"/>
                <a:ea typeface="+mn-ea"/>
              </a:rPr>
              <a:t>11/2/2020</a:t>
            </a:fld>
            <a:endParaRPr lang="en-IN" sz="1200" b="0" strike="noStrike" spc="-1">
              <a:latin typeface="Arial"/>
            </a:endParaRPr>
          </a:p>
        </p:txBody>
      </p:sp>
      <p:sp>
        <p:nvSpPr>
          <p:cNvPr id="286" name="CustomShape 5"/>
          <p:cNvSpPr/>
          <p:nvPr/>
        </p:nvSpPr>
        <p:spPr>
          <a:xfrm>
            <a:off x="0" y="8829720"/>
            <a:ext cx="3037320" cy="464040"/>
          </a:xfrm>
          <a:prstGeom prst="rect">
            <a:avLst/>
          </a:prstGeom>
          <a:noFill/>
          <a:ln w="9360">
            <a:noFill/>
          </a:ln>
        </p:spPr>
        <p:style>
          <a:lnRef idx="0">
            <a:scrgbClr r="0" g="0" b="0"/>
          </a:lnRef>
          <a:fillRef idx="0">
            <a:scrgbClr r="0" g="0" b="0"/>
          </a:fillRef>
          <a:effectRef idx="0">
            <a:scrgbClr r="0" g="0" b="0"/>
          </a:effectRef>
          <a:fontRef idx="minor"/>
        </p:style>
      </p:sp>
      <p:sp>
        <p:nvSpPr>
          <p:cNvPr id="287" name="CustomShape 6"/>
          <p:cNvSpPr/>
          <p:nvPr/>
        </p:nvSpPr>
        <p:spPr>
          <a:xfrm>
            <a:off x="3970440" y="8829720"/>
            <a:ext cx="3037320" cy="4640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62A345A5-181E-4EAB-A465-37B947299ED7}" type="slidenum">
              <a:rPr lang="en-US" sz="1200" b="0" strike="noStrike" spc="-1">
                <a:solidFill>
                  <a:srgbClr val="000000"/>
                </a:solidFill>
                <a:latin typeface="Arial"/>
                <a:ea typeface="+mn-ea"/>
              </a:rPr>
              <a:t>16</a:t>
            </a:fld>
            <a:endParaRPr lang="en-IN" sz="1200" b="0" strike="noStrike" spc="-1">
              <a:latin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 name="PlaceHolder 1"/>
          <p:cNvSpPr>
            <a:spLocks noGrp="1" noRot="1" noChangeAspect="1"/>
          </p:cNvSpPr>
          <p:nvPr>
            <p:ph type="sldImg"/>
          </p:nvPr>
        </p:nvSpPr>
        <p:spPr>
          <a:xfrm>
            <a:off x="1182688" y="696913"/>
            <a:ext cx="4645025" cy="3484562"/>
          </a:xfrm>
          <a:prstGeom prst="rect">
            <a:avLst/>
          </a:prstGeom>
        </p:spPr>
      </p:sp>
      <p:sp>
        <p:nvSpPr>
          <p:cNvPr id="289" name="PlaceHolder 2"/>
          <p:cNvSpPr>
            <a:spLocks noGrp="1"/>
          </p:cNvSpPr>
          <p:nvPr>
            <p:ph type="body"/>
          </p:nvPr>
        </p:nvSpPr>
        <p:spPr>
          <a:xfrm>
            <a:off x="700200" y="4416480"/>
            <a:ext cx="5609160" cy="4182120"/>
          </a:xfrm>
          <a:prstGeom prst="rect">
            <a:avLst/>
          </a:prstGeom>
        </p:spPr>
        <p:txBody>
          <a:bodyPr lIns="0" tIns="0" rIns="0" bIns="0">
            <a:noAutofit/>
          </a:bodyPr>
          <a:lstStyle/>
          <a:p>
            <a:pPr marL="171360" indent="-170280" algn="just">
              <a:lnSpc>
                <a:spcPct val="100000"/>
              </a:lnSpc>
              <a:buClr>
                <a:srgbClr val="000000"/>
              </a:buClr>
              <a:buFont typeface="StarSymbol"/>
              <a:buChar char="-"/>
            </a:pPr>
            <a:r>
              <a:rPr lang="en-US" sz="1100" b="0" strike="noStrike" spc="-1">
                <a:latin typeface="Arial"/>
              </a:rPr>
              <a:t>Created using CG and HW, Believes to be real</a:t>
            </a:r>
            <a:endParaRPr lang="en-IN" sz="1100" b="0" strike="noStrike" spc="-1">
              <a:latin typeface="Arial"/>
            </a:endParaRPr>
          </a:p>
          <a:p>
            <a:pPr marL="171360" indent="-170280" algn="just">
              <a:lnSpc>
                <a:spcPct val="100000"/>
              </a:lnSpc>
              <a:buClr>
                <a:srgbClr val="000000"/>
              </a:buClr>
              <a:buFont typeface="StarSymbol"/>
              <a:buChar char="-"/>
            </a:pPr>
            <a:r>
              <a:rPr lang="en-US" sz="1100" b="0" strike="noStrike" spc="-1">
                <a:latin typeface="Arial"/>
              </a:rPr>
              <a:t>In VRE and lot of potential for exploitation in Simulation &amp; training domain</a:t>
            </a:r>
            <a:endParaRPr lang="en-IN" sz="1100" b="0" strike="noStrike" spc="-1">
              <a:latin typeface="Arial"/>
            </a:endParaRPr>
          </a:p>
        </p:txBody>
      </p:sp>
      <p:sp>
        <p:nvSpPr>
          <p:cNvPr id="290" name="CustomShape 3"/>
          <p:cNvSpPr/>
          <p:nvPr/>
        </p:nvSpPr>
        <p:spPr>
          <a:xfrm>
            <a:off x="0" y="0"/>
            <a:ext cx="3037320" cy="464040"/>
          </a:xfrm>
          <a:prstGeom prst="rect">
            <a:avLst/>
          </a:prstGeom>
          <a:noFill/>
          <a:ln w="9360">
            <a:noFill/>
          </a:ln>
        </p:spPr>
        <p:style>
          <a:lnRef idx="0">
            <a:scrgbClr r="0" g="0" b="0"/>
          </a:lnRef>
          <a:fillRef idx="0">
            <a:scrgbClr r="0" g="0" b="0"/>
          </a:fillRef>
          <a:effectRef idx="0">
            <a:scrgbClr r="0" g="0" b="0"/>
          </a:effectRef>
          <a:fontRef idx="minor"/>
        </p:style>
      </p:sp>
      <p:sp>
        <p:nvSpPr>
          <p:cNvPr id="291" name="CustomShape 4"/>
          <p:cNvSpPr/>
          <p:nvPr/>
        </p:nvSpPr>
        <p:spPr>
          <a:xfrm>
            <a:off x="3970440" y="0"/>
            <a:ext cx="3037320" cy="4640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oAutofit/>
          </a:bodyPr>
          <a:lstStyle/>
          <a:p>
            <a:pPr algn="r">
              <a:lnSpc>
                <a:spcPct val="100000"/>
              </a:lnSpc>
            </a:pPr>
            <a:fld id="{F88F5639-04AB-4879-9C4F-527606CACE04}" type="datetime1">
              <a:rPr lang="en-US" sz="1200" b="0" strike="noStrike" spc="-1">
                <a:solidFill>
                  <a:srgbClr val="000000"/>
                </a:solidFill>
                <a:latin typeface="Arial"/>
                <a:ea typeface="+mn-ea"/>
              </a:rPr>
              <a:t>11/2/2020</a:t>
            </a:fld>
            <a:endParaRPr lang="en-IN" sz="1200" b="0" strike="noStrike" spc="-1">
              <a:latin typeface="Arial"/>
            </a:endParaRPr>
          </a:p>
        </p:txBody>
      </p:sp>
      <p:sp>
        <p:nvSpPr>
          <p:cNvPr id="292" name="CustomShape 5"/>
          <p:cNvSpPr/>
          <p:nvPr/>
        </p:nvSpPr>
        <p:spPr>
          <a:xfrm>
            <a:off x="0" y="8829720"/>
            <a:ext cx="3037320" cy="464040"/>
          </a:xfrm>
          <a:prstGeom prst="rect">
            <a:avLst/>
          </a:prstGeom>
          <a:noFill/>
          <a:ln w="9360">
            <a:noFill/>
          </a:ln>
        </p:spPr>
        <p:style>
          <a:lnRef idx="0">
            <a:scrgbClr r="0" g="0" b="0"/>
          </a:lnRef>
          <a:fillRef idx="0">
            <a:scrgbClr r="0" g="0" b="0"/>
          </a:fillRef>
          <a:effectRef idx="0">
            <a:scrgbClr r="0" g="0" b="0"/>
          </a:effectRef>
          <a:fontRef idx="minor"/>
        </p:style>
      </p:sp>
      <p:sp>
        <p:nvSpPr>
          <p:cNvPr id="293" name="CustomShape 6"/>
          <p:cNvSpPr/>
          <p:nvPr/>
        </p:nvSpPr>
        <p:spPr>
          <a:xfrm>
            <a:off x="3970440" y="8829720"/>
            <a:ext cx="3037320" cy="4640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E6B704C6-239E-441D-9577-EAD59D1F8617}" type="slidenum">
              <a:rPr lang="en-US" sz="1200" b="0" strike="noStrike" spc="-1">
                <a:solidFill>
                  <a:srgbClr val="000000"/>
                </a:solidFill>
                <a:latin typeface="Arial"/>
                <a:ea typeface="+mn-ea"/>
              </a:rPr>
              <a:t>17</a:t>
            </a:fld>
            <a:endParaRPr lang="en-IN" sz="1200" b="0" strike="noStrike" spc="-1">
              <a:latin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 name="PlaceHolder 1"/>
          <p:cNvSpPr>
            <a:spLocks noGrp="1" noRot="1" noChangeAspect="1"/>
          </p:cNvSpPr>
          <p:nvPr>
            <p:ph type="sldImg"/>
          </p:nvPr>
        </p:nvSpPr>
        <p:spPr>
          <a:xfrm>
            <a:off x="1182688" y="696913"/>
            <a:ext cx="4645025" cy="3484562"/>
          </a:xfrm>
          <a:prstGeom prst="rect">
            <a:avLst/>
          </a:prstGeom>
        </p:spPr>
      </p:sp>
      <p:sp>
        <p:nvSpPr>
          <p:cNvPr id="295" name="PlaceHolder 2"/>
          <p:cNvSpPr>
            <a:spLocks noGrp="1"/>
          </p:cNvSpPr>
          <p:nvPr>
            <p:ph type="body"/>
          </p:nvPr>
        </p:nvSpPr>
        <p:spPr>
          <a:xfrm>
            <a:off x="700200" y="4416480"/>
            <a:ext cx="5609160" cy="4182120"/>
          </a:xfrm>
          <a:prstGeom prst="rect">
            <a:avLst/>
          </a:prstGeom>
        </p:spPr>
        <p:txBody>
          <a:bodyPr lIns="0" tIns="0" rIns="0" bIns="0">
            <a:noAutofit/>
          </a:bodyPr>
          <a:lstStyle/>
          <a:p>
            <a:pPr marL="171360" indent="-170280" algn="just">
              <a:lnSpc>
                <a:spcPct val="100000"/>
              </a:lnSpc>
              <a:buClr>
                <a:srgbClr val="000000"/>
              </a:buClr>
              <a:buFont typeface="StarSymbol"/>
              <a:buChar char="-"/>
            </a:pPr>
            <a:r>
              <a:rPr lang="en-US" sz="1100" b="0" strike="noStrike" spc="-1">
                <a:latin typeface="Arial"/>
              </a:rPr>
              <a:t>Created using CG and HW, Believes to be real</a:t>
            </a:r>
            <a:endParaRPr lang="en-IN" sz="1100" b="0" strike="noStrike" spc="-1">
              <a:latin typeface="Arial"/>
            </a:endParaRPr>
          </a:p>
          <a:p>
            <a:pPr marL="171360" indent="-170280" algn="just">
              <a:lnSpc>
                <a:spcPct val="100000"/>
              </a:lnSpc>
              <a:buClr>
                <a:srgbClr val="000000"/>
              </a:buClr>
              <a:buFont typeface="StarSymbol"/>
              <a:buChar char="-"/>
            </a:pPr>
            <a:r>
              <a:rPr lang="en-US" sz="1100" b="0" strike="noStrike" spc="-1">
                <a:latin typeface="Arial"/>
              </a:rPr>
              <a:t>In VRE and lot of potential for exploitation in Simulation &amp; training domain</a:t>
            </a:r>
            <a:endParaRPr lang="en-IN" sz="1100" b="0" strike="noStrike" spc="-1">
              <a:latin typeface="Arial"/>
            </a:endParaRPr>
          </a:p>
        </p:txBody>
      </p:sp>
      <p:sp>
        <p:nvSpPr>
          <p:cNvPr id="296" name="CustomShape 3"/>
          <p:cNvSpPr/>
          <p:nvPr/>
        </p:nvSpPr>
        <p:spPr>
          <a:xfrm>
            <a:off x="0" y="0"/>
            <a:ext cx="3037320" cy="464040"/>
          </a:xfrm>
          <a:prstGeom prst="rect">
            <a:avLst/>
          </a:prstGeom>
          <a:noFill/>
          <a:ln w="9360">
            <a:noFill/>
          </a:ln>
        </p:spPr>
        <p:style>
          <a:lnRef idx="0">
            <a:scrgbClr r="0" g="0" b="0"/>
          </a:lnRef>
          <a:fillRef idx="0">
            <a:scrgbClr r="0" g="0" b="0"/>
          </a:fillRef>
          <a:effectRef idx="0">
            <a:scrgbClr r="0" g="0" b="0"/>
          </a:effectRef>
          <a:fontRef idx="minor"/>
        </p:style>
      </p:sp>
      <p:sp>
        <p:nvSpPr>
          <p:cNvPr id="297" name="CustomShape 4"/>
          <p:cNvSpPr/>
          <p:nvPr/>
        </p:nvSpPr>
        <p:spPr>
          <a:xfrm>
            <a:off x="3970440" y="0"/>
            <a:ext cx="3037320" cy="4640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oAutofit/>
          </a:bodyPr>
          <a:lstStyle/>
          <a:p>
            <a:pPr algn="r">
              <a:lnSpc>
                <a:spcPct val="100000"/>
              </a:lnSpc>
            </a:pPr>
            <a:fld id="{9B848B74-CCEE-4348-A41A-5F98BB9BCF8E}" type="datetime1">
              <a:rPr lang="en-US" sz="1200" b="0" strike="noStrike" spc="-1">
                <a:solidFill>
                  <a:srgbClr val="000000"/>
                </a:solidFill>
                <a:latin typeface="Arial"/>
                <a:ea typeface="+mn-ea"/>
              </a:rPr>
              <a:t>11/2/2020</a:t>
            </a:fld>
            <a:endParaRPr lang="en-IN" sz="1200" b="0" strike="noStrike" spc="-1">
              <a:latin typeface="Arial"/>
            </a:endParaRPr>
          </a:p>
        </p:txBody>
      </p:sp>
      <p:sp>
        <p:nvSpPr>
          <p:cNvPr id="298" name="CustomShape 5"/>
          <p:cNvSpPr/>
          <p:nvPr/>
        </p:nvSpPr>
        <p:spPr>
          <a:xfrm>
            <a:off x="0" y="8829720"/>
            <a:ext cx="3037320" cy="464040"/>
          </a:xfrm>
          <a:prstGeom prst="rect">
            <a:avLst/>
          </a:prstGeom>
          <a:noFill/>
          <a:ln w="9360">
            <a:noFill/>
          </a:ln>
        </p:spPr>
        <p:style>
          <a:lnRef idx="0">
            <a:scrgbClr r="0" g="0" b="0"/>
          </a:lnRef>
          <a:fillRef idx="0">
            <a:scrgbClr r="0" g="0" b="0"/>
          </a:fillRef>
          <a:effectRef idx="0">
            <a:scrgbClr r="0" g="0" b="0"/>
          </a:effectRef>
          <a:fontRef idx="minor"/>
        </p:style>
      </p:sp>
      <p:sp>
        <p:nvSpPr>
          <p:cNvPr id="299" name="CustomShape 6"/>
          <p:cNvSpPr/>
          <p:nvPr/>
        </p:nvSpPr>
        <p:spPr>
          <a:xfrm>
            <a:off x="3970440" y="8829720"/>
            <a:ext cx="3037320" cy="4640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C4103795-DD64-436A-B621-EE62B2FF613D}" type="slidenum">
              <a:rPr lang="en-US" sz="1200" b="0" strike="noStrike" spc="-1">
                <a:solidFill>
                  <a:srgbClr val="000000"/>
                </a:solidFill>
                <a:latin typeface="Arial"/>
                <a:ea typeface="+mn-ea"/>
              </a:rPr>
              <a:t>18</a:t>
            </a:fld>
            <a:endParaRPr lang="en-IN" sz="1200" b="0" strike="noStrike" spc="-1">
              <a:latin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PlaceHolder 1"/>
          <p:cNvSpPr>
            <a:spLocks noGrp="1" noRot="1" noChangeAspect="1"/>
          </p:cNvSpPr>
          <p:nvPr>
            <p:ph type="sldImg"/>
          </p:nvPr>
        </p:nvSpPr>
        <p:spPr>
          <a:xfrm>
            <a:off x="1182688" y="696913"/>
            <a:ext cx="4645025" cy="3484562"/>
          </a:xfrm>
          <a:prstGeom prst="rect">
            <a:avLst/>
          </a:prstGeom>
        </p:spPr>
      </p:sp>
      <p:sp>
        <p:nvSpPr>
          <p:cNvPr id="301" name="PlaceHolder 2"/>
          <p:cNvSpPr>
            <a:spLocks noGrp="1"/>
          </p:cNvSpPr>
          <p:nvPr>
            <p:ph type="body"/>
          </p:nvPr>
        </p:nvSpPr>
        <p:spPr>
          <a:xfrm>
            <a:off x="700200" y="4416480"/>
            <a:ext cx="5609160" cy="4182120"/>
          </a:xfrm>
          <a:prstGeom prst="rect">
            <a:avLst/>
          </a:prstGeom>
        </p:spPr>
        <p:txBody>
          <a:bodyPr lIns="0" tIns="0" rIns="0" bIns="0">
            <a:noAutofit/>
          </a:bodyPr>
          <a:lstStyle/>
          <a:p>
            <a:pPr marL="171360" indent="-170280" algn="just">
              <a:lnSpc>
                <a:spcPct val="100000"/>
              </a:lnSpc>
              <a:buClr>
                <a:srgbClr val="000000"/>
              </a:buClr>
              <a:buFont typeface="StarSymbol"/>
              <a:buChar char="-"/>
            </a:pPr>
            <a:r>
              <a:rPr lang="en-US" sz="1100" b="0" strike="noStrike" spc="-1">
                <a:latin typeface="Arial"/>
              </a:rPr>
              <a:t>Created using CG and HW, Believes to be real</a:t>
            </a:r>
            <a:endParaRPr lang="en-IN" sz="1100" b="0" strike="noStrike" spc="-1">
              <a:latin typeface="Arial"/>
            </a:endParaRPr>
          </a:p>
          <a:p>
            <a:pPr marL="171360" indent="-170280" algn="just">
              <a:lnSpc>
                <a:spcPct val="100000"/>
              </a:lnSpc>
              <a:buClr>
                <a:srgbClr val="000000"/>
              </a:buClr>
              <a:buFont typeface="StarSymbol"/>
              <a:buChar char="-"/>
            </a:pPr>
            <a:r>
              <a:rPr lang="en-US" sz="1100" b="0" strike="noStrike" spc="-1">
                <a:latin typeface="Arial"/>
              </a:rPr>
              <a:t>In VRE and lot of potential for exploitation in Simulation &amp; training domain</a:t>
            </a:r>
            <a:endParaRPr lang="en-IN" sz="1100" b="0" strike="noStrike" spc="-1">
              <a:latin typeface="Arial"/>
            </a:endParaRPr>
          </a:p>
        </p:txBody>
      </p:sp>
      <p:sp>
        <p:nvSpPr>
          <p:cNvPr id="302" name="CustomShape 3"/>
          <p:cNvSpPr/>
          <p:nvPr/>
        </p:nvSpPr>
        <p:spPr>
          <a:xfrm>
            <a:off x="0" y="0"/>
            <a:ext cx="3037320" cy="464040"/>
          </a:xfrm>
          <a:prstGeom prst="rect">
            <a:avLst/>
          </a:prstGeom>
          <a:noFill/>
          <a:ln w="9360">
            <a:noFill/>
          </a:ln>
        </p:spPr>
        <p:style>
          <a:lnRef idx="0">
            <a:scrgbClr r="0" g="0" b="0"/>
          </a:lnRef>
          <a:fillRef idx="0">
            <a:scrgbClr r="0" g="0" b="0"/>
          </a:fillRef>
          <a:effectRef idx="0">
            <a:scrgbClr r="0" g="0" b="0"/>
          </a:effectRef>
          <a:fontRef idx="minor"/>
        </p:style>
      </p:sp>
      <p:sp>
        <p:nvSpPr>
          <p:cNvPr id="303" name="CustomShape 4"/>
          <p:cNvSpPr/>
          <p:nvPr/>
        </p:nvSpPr>
        <p:spPr>
          <a:xfrm>
            <a:off x="3970440" y="0"/>
            <a:ext cx="3037320" cy="4640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oAutofit/>
          </a:bodyPr>
          <a:lstStyle/>
          <a:p>
            <a:pPr algn="r">
              <a:lnSpc>
                <a:spcPct val="100000"/>
              </a:lnSpc>
            </a:pPr>
            <a:fld id="{167A0EF7-46D9-4712-BC2D-8067F2C64141}" type="datetime1">
              <a:rPr lang="en-US" sz="1200" b="0" strike="noStrike" spc="-1">
                <a:solidFill>
                  <a:srgbClr val="000000"/>
                </a:solidFill>
                <a:latin typeface="Arial"/>
                <a:ea typeface="+mn-ea"/>
              </a:rPr>
              <a:t>11/2/2020</a:t>
            </a:fld>
            <a:endParaRPr lang="en-IN" sz="1200" b="0" strike="noStrike" spc="-1">
              <a:latin typeface="Arial"/>
            </a:endParaRPr>
          </a:p>
        </p:txBody>
      </p:sp>
      <p:sp>
        <p:nvSpPr>
          <p:cNvPr id="304" name="CustomShape 5"/>
          <p:cNvSpPr/>
          <p:nvPr/>
        </p:nvSpPr>
        <p:spPr>
          <a:xfrm>
            <a:off x="0" y="8829720"/>
            <a:ext cx="3037320" cy="464040"/>
          </a:xfrm>
          <a:prstGeom prst="rect">
            <a:avLst/>
          </a:prstGeom>
          <a:noFill/>
          <a:ln w="9360">
            <a:noFill/>
          </a:ln>
        </p:spPr>
        <p:style>
          <a:lnRef idx="0">
            <a:scrgbClr r="0" g="0" b="0"/>
          </a:lnRef>
          <a:fillRef idx="0">
            <a:scrgbClr r="0" g="0" b="0"/>
          </a:fillRef>
          <a:effectRef idx="0">
            <a:scrgbClr r="0" g="0" b="0"/>
          </a:effectRef>
          <a:fontRef idx="minor"/>
        </p:style>
      </p:sp>
      <p:sp>
        <p:nvSpPr>
          <p:cNvPr id="305" name="CustomShape 6"/>
          <p:cNvSpPr/>
          <p:nvPr/>
        </p:nvSpPr>
        <p:spPr>
          <a:xfrm>
            <a:off x="3970440" y="8829720"/>
            <a:ext cx="3037320" cy="4640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D89AA741-8D95-49B3-A37A-12BEA7302D4E}" type="slidenum">
              <a:rPr lang="en-US" sz="1200" b="0" strike="noStrike" spc="-1">
                <a:solidFill>
                  <a:srgbClr val="000000"/>
                </a:solidFill>
                <a:latin typeface="Arial"/>
                <a:ea typeface="+mn-ea"/>
              </a:rPr>
              <a:t>19</a:t>
            </a:fld>
            <a:endParaRPr lang="en-IN" sz="1200" b="0" strike="noStrike" spc="-1">
              <a:latin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PlaceHolder 1"/>
          <p:cNvSpPr>
            <a:spLocks noGrp="1" noRot="1" noChangeAspect="1"/>
          </p:cNvSpPr>
          <p:nvPr>
            <p:ph type="sldImg"/>
          </p:nvPr>
        </p:nvSpPr>
        <p:spPr>
          <a:xfrm>
            <a:off x="1182688" y="696913"/>
            <a:ext cx="4645025" cy="3484562"/>
          </a:xfrm>
          <a:prstGeom prst="rect">
            <a:avLst/>
          </a:prstGeom>
        </p:spPr>
      </p:sp>
      <p:sp>
        <p:nvSpPr>
          <p:cNvPr id="301" name="PlaceHolder 2"/>
          <p:cNvSpPr>
            <a:spLocks noGrp="1"/>
          </p:cNvSpPr>
          <p:nvPr>
            <p:ph type="body"/>
          </p:nvPr>
        </p:nvSpPr>
        <p:spPr>
          <a:xfrm>
            <a:off x="700200" y="4416480"/>
            <a:ext cx="5609160" cy="4182120"/>
          </a:xfrm>
          <a:prstGeom prst="rect">
            <a:avLst/>
          </a:prstGeom>
        </p:spPr>
        <p:txBody>
          <a:bodyPr lIns="0" tIns="0" rIns="0" bIns="0">
            <a:noAutofit/>
          </a:bodyPr>
          <a:lstStyle/>
          <a:p>
            <a:pPr marL="171360" indent="-170280" algn="just">
              <a:lnSpc>
                <a:spcPct val="100000"/>
              </a:lnSpc>
              <a:buClr>
                <a:srgbClr val="000000"/>
              </a:buClr>
              <a:buFont typeface="StarSymbol"/>
              <a:buChar char="-"/>
            </a:pPr>
            <a:r>
              <a:rPr lang="en-US" sz="1100" b="0" strike="noStrike" spc="-1">
                <a:latin typeface="Arial"/>
              </a:rPr>
              <a:t>Created using CG and HW, Believes to be real</a:t>
            </a:r>
            <a:endParaRPr lang="en-IN" sz="1100" b="0" strike="noStrike" spc="-1">
              <a:latin typeface="Arial"/>
            </a:endParaRPr>
          </a:p>
          <a:p>
            <a:pPr marL="171360" indent="-170280" algn="just">
              <a:lnSpc>
                <a:spcPct val="100000"/>
              </a:lnSpc>
              <a:buClr>
                <a:srgbClr val="000000"/>
              </a:buClr>
              <a:buFont typeface="StarSymbol"/>
              <a:buChar char="-"/>
            </a:pPr>
            <a:r>
              <a:rPr lang="en-US" sz="1100" b="0" strike="noStrike" spc="-1">
                <a:latin typeface="Arial"/>
              </a:rPr>
              <a:t>In VRE and lot of potential for exploitation in Simulation &amp; training domain</a:t>
            </a:r>
            <a:endParaRPr lang="en-IN" sz="1100" b="0" strike="noStrike" spc="-1">
              <a:latin typeface="Arial"/>
            </a:endParaRPr>
          </a:p>
        </p:txBody>
      </p:sp>
      <p:sp>
        <p:nvSpPr>
          <p:cNvPr id="302" name="CustomShape 3"/>
          <p:cNvSpPr/>
          <p:nvPr/>
        </p:nvSpPr>
        <p:spPr>
          <a:xfrm>
            <a:off x="0" y="0"/>
            <a:ext cx="3037320" cy="464040"/>
          </a:xfrm>
          <a:prstGeom prst="rect">
            <a:avLst/>
          </a:prstGeom>
          <a:noFill/>
          <a:ln w="9360">
            <a:noFill/>
          </a:ln>
        </p:spPr>
        <p:style>
          <a:lnRef idx="0">
            <a:scrgbClr r="0" g="0" b="0"/>
          </a:lnRef>
          <a:fillRef idx="0">
            <a:scrgbClr r="0" g="0" b="0"/>
          </a:fillRef>
          <a:effectRef idx="0">
            <a:scrgbClr r="0" g="0" b="0"/>
          </a:effectRef>
          <a:fontRef idx="minor"/>
        </p:style>
      </p:sp>
      <p:sp>
        <p:nvSpPr>
          <p:cNvPr id="303" name="CustomShape 4"/>
          <p:cNvSpPr/>
          <p:nvPr/>
        </p:nvSpPr>
        <p:spPr>
          <a:xfrm>
            <a:off x="3970440" y="0"/>
            <a:ext cx="3037320" cy="4640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oAutofit/>
          </a:bodyPr>
          <a:lstStyle/>
          <a:p>
            <a:pPr algn="r">
              <a:lnSpc>
                <a:spcPct val="100000"/>
              </a:lnSpc>
            </a:pPr>
            <a:fld id="{167A0EF7-46D9-4712-BC2D-8067F2C64141}" type="datetime1">
              <a:rPr lang="en-US" sz="1200" b="0" strike="noStrike" spc="-1">
                <a:solidFill>
                  <a:srgbClr val="000000"/>
                </a:solidFill>
                <a:latin typeface="Arial"/>
                <a:ea typeface="+mn-ea"/>
              </a:rPr>
              <a:t>11/2/2020</a:t>
            </a:fld>
            <a:endParaRPr lang="en-IN" sz="1200" b="0" strike="noStrike" spc="-1">
              <a:latin typeface="Arial"/>
            </a:endParaRPr>
          </a:p>
        </p:txBody>
      </p:sp>
      <p:sp>
        <p:nvSpPr>
          <p:cNvPr id="304" name="CustomShape 5"/>
          <p:cNvSpPr/>
          <p:nvPr/>
        </p:nvSpPr>
        <p:spPr>
          <a:xfrm>
            <a:off x="0" y="8829720"/>
            <a:ext cx="3037320" cy="464040"/>
          </a:xfrm>
          <a:prstGeom prst="rect">
            <a:avLst/>
          </a:prstGeom>
          <a:noFill/>
          <a:ln w="9360">
            <a:noFill/>
          </a:ln>
        </p:spPr>
        <p:style>
          <a:lnRef idx="0">
            <a:scrgbClr r="0" g="0" b="0"/>
          </a:lnRef>
          <a:fillRef idx="0">
            <a:scrgbClr r="0" g="0" b="0"/>
          </a:fillRef>
          <a:effectRef idx="0">
            <a:scrgbClr r="0" g="0" b="0"/>
          </a:effectRef>
          <a:fontRef idx="minor"/>
        </p:style>
      </p:sp>
      <p:sp>
        <p:nvSpPr>
          <p:cNvPr id="305" name="CustomShape 6"/>
          <p:cNvSpPr/>
          <p:nvPr/>
        </p:nvSpPr>
        <p:spPr>
          <a:xfrm>
            <a:off x="3970440" y="8829720"/>
            <a:ext cx="3037320" cy="4640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D89AA741-8D95-49B3-A37A-12BEA7302D4E}" type="slidenum">
              <a:rPr lang="en-US" sz="1200" b="0" strike="noStrike" spc="-1">
                <a:solidFill>
                  <a:srgbClr val="000000"/>
                </a:solidFill>
                <a:latin typeface="Arial"/>
                <a:ea typeface="+mn-ea"/>
              </a:rPr>
              <a:t>20</a:t>
            </a:fld>
            <a:endParaRPr lang="en-IN" sz="1200" b="0" strike="noStrike" spc="-1">
              <a:latin typeface="Arial"/>
            </a:endParaRPr>
          </a:p>
        </p:txBody>
      </p:sp>
    </p:spTree>
    <p:extLst>
      <p:ext uri="{BB962C8B-B14F-4D97-AF65-F5344CB8AC3E}">
        <p14:creationId xmlns:p14="http://schemas.microsoft.com/office/powerpoint/2010/main" val="29055109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 name="PlaceHolder 1"/>
          <p:cNvSpPr>
            <a:spLocks noGrp="1" noRot="1" noChangeAspect="1"/>
          </p:cNvSpPr>
          <p:nvPr>
            <p:ph type="sldImg"/>
          </p:nvPr>
        </p:nvSpPr>
        <p:spPr>
          <a:xfrm>
            <a:off x="1181160" y="696960"/>
            <a:ext cx="4648680" cy="3485160"/>
          </a:xfrm>
          <a:prstGeom prst="rect">
            <a:avLst/>
          </a:prstGeom>
        </p:spPr>
      </p:sp>
      <p:sp>
        <p:nvSpPr>
          <p:cNvPr id="307" name="PlaceHolder 2"/>
          <p:cNvSpPr>
            <a:spLocks noGrp="1"/>
          </p:cNvSpPr>
          <p:nvPr>
            <p:ph type="body"/>
          </p:nvPr>
        </p:nvSpPr>
        <p:spPr>
          <a:xfrm>
            <a:off x="700200" y="4416480"/>
            <a:ext cx="5609160" cy="4182120"/>
          </a:xfrm>
          <a:prstGeom prst="rect">
            <a:avLst/>
          </a:prstGeom>
        </p:spPr>
        <p:txBody>
          <a:bodyPr lIns="0" tIns="0" rIns="0" bIns="0">
            <a:noAutofit/>
          </a:bodyPr>
          <a:lstStyle/>
          <a:p>
            <a:pPr marL="216000" indent="-215280">
              <a:lnSpc>
                <a:spcPct val="100000"/>
              </a:lnSpc>
              <a:tabLst>
                <a:tab pos="0" algn="l"/>
              </a:tabLst>
            </a:pPr>
            <a:r>
              <a:rPr lang="en-IN" sz="1200" b="1" strike="noStrike" spc="-1">
                <a:solidFill>
                  <a:srgbClr val="000000"/>
                </a:solidFill>
                <a:latin typeface="Arial"/>
                <a:ea typeface="+mn-ea"/>
              </a:rPr>
              <a:t>I HAVE NOW FINISHED WITH THE PRESENTATION SIR … </a:t>
            </a:r>
            <a:endParaRPr lang="en-IN" sz="1200" b="0" strike="noStrike" spc="-1">
              <a:latin typeface="Arial"/>
            </a:endParaRPr>
          </a:p>
          <a:p>
            <a:pPr marL="216000" indent="-215280">
              <a:lnSpc>
                <a:spcPct val="100000"/>
              </a:lnSpc>
              <a:tabLst>
                <a:tab pos="0" algn="l"/>
              </a:tabLst>
            </a:pPr>
            <a:r>
              <a:rPr lang="en-IN" sz="1200" b="1" strike="noStrike" spc="-1">
                <a:solidFill>
                  <a:srgbClr val="000000"/>
                </a:solidFill>
                <a:latin typeface="Arial"/>
                <a:ea typeface="+mn-ea"/>
              </a:rPr>
              <a:t>Any  questions are welcome.  THANK YOU </a:t>
            </a:r>
            <a:endParaRPr lang="en-IN" sz="1200" b="0" strike="noStrike" spc="-1">
              <a:latin typeface="Arial"/>
            </a:endParaRPr>
          </a:p>
        </p:txBody>
      </p:sp>
      <p:sp>
        <p:nvSpPr>
          <p:cNvPr id="308" name="CustomShape 3"/>
          <p:cNvSpPr/>
          <p:nvPr/>
        </p:nvSpPr>
        <p:spPr>
          <a:xfrm>
            <a:off x="3970440" y="0"/>
            <a:ext cx="3037320" cy="4640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oAutofit/>
          </a:bodyPr>
          <a:lstStyle/>
          <a:p>
            <a:pPr algn="r">
              <a:lnSpc>
                <a:spcPct val="100000"/>
              </a:lnSpc>
            </a:pPr>
            <a:fld id="{D99BB81B-1D3D-48B5-95C7-3904AC07E280}" type="datetime1">
              <a:rPr lang="en-US" sz="1200" b="0" strike="noStrike" spc="-1">
                <a:solidFill>
                  <a:srgbClr val="000000"/>
                </a:solidFill>
                <a:latin typeface="Arial"/>
              </a:rPr>
              <a:t>11/2/2020</a:t>
            </a:fld>
            <a:endParaRPr lang="en-IN" sz="1200" b="0" strike="noStrike" spc="-1">
              <a:latin typeface="Arial"/>
            </a:endParaRPr>
          </a:p>
        </p:txBody>
      </p:sp>
      <p:sp>
        <p:nvSpPr>
          <p:cNvPr id="309" name="CustomShape 4"/>
          <p:cNvSpPr/>
          <p:nvPr/>
        </p:nvSpPr>
        <p:spPr>
          <a:xfrm>
            <a:off x="3970440" y="8829720"/>
            <a:ext cx="3037320" cy="4640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A63AE284-1F3A-4A13-833A-ED566219AACA}" type="slidenum">
              <a:rPr lang="en-US" sz="1200" b="0" strike="noStrike" spc="-1">
                <a:solidFill>
                  <a:srgbClr val="000000"/>
                </a:solidFill>
                <a:latin typeface="Times New Roman"/>
              </a:rPr>
              <a:t>21</a:t>
            </a:fld>
            <a:endParaRPr lang="en-IN" sz="1200" b="0" strike="noStrike" spc="-1">
              <a:latin typeface="Arial"/>
            </a:endParaRPr>
          </a:p>
        </p:txBody>
      </p:sp>
      <p:sp>
        <p:nvSpPr>
          <p:cNvPr id="310" name="CustomShape 5"/>
          <p:cNvSpPr/>
          <p:nvPr/>
        </p:nvSpPr>
        <p:spPr>
          <a:xfrm>
            <a:off x="0" y="8829720"/>
            <a:ext cx="3037320" cy="464040"/>
          </a:xfrm>
          <a:prstGeom prst="rect">
            <a:avLst/>
          </a:prstGeom>
          <a:noFill/>
          <a:ln w="9360">
            <a:noFill/>
          </a:ln>
        </p:spPr>
        <p:style>
          <a:lnRef idx="0">
            <a:scrgbClr r="0" g="0" b="0"/>
          </a:lnRef>
          <a:fillRef idx="0">
            <a:scrgbClr r="0" g="0" b="0"/>
          </a:fillRef>
          <a:effectRef idx="0">
            <a:scrgbClr r="0" g="0" b="0"/>
          </a:effectRef>
          <a:fontRef idx="minor"/>
        </p:style>
      </p:sp>
      <p:sp>
        <p:nvSpPr>
          <p:cNvPr id="311" name="CustomShape 6"/>
          <p:cNvSpPr/>
          <p:nvPr/>
        </p:nvSpPr>
        <p:spPr>
          <a:xfrm>
            <a:off x="0" y="0"/>
            <a:ext cx="3037320" cy="464040"/>
          </a:xfrm>
          <a:prstGeom prst="rect">
            <a:avLst/>
          </a:prstGeom>
          <a:noFill/>
          <a:ln w="9360">
            <a:noFill/>
          </a:ln>
        </p:spPr>
        <p:style>
          <a:lnRef idx="0">
            <a:scrgbClr r="0" g="0" b="0"/>
          </a:lnRef>
          <a:fillRef idx="0">
            <a:scrgbClr r="0" g="0" b="0"/>
          </a:fillRef>
          <a:effectRef idx="0">
            <a:scrgbClr r="0" g="0" b="0"/>
          </a:effectRef>
          <a:fontRef idx="minor"/>
        </p:style>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85440" y="609480"/>
            <a:ext cx="7764120" cy="1325160"/>
          </a:xfrm>
          <a:prstGeom prst="rect">
            <a:avLst/>
          </a:prstGeom>
        </p:spPr>
        <p:txBody>
          <a:bodyPr lIns="0" tIns="0" rIns="0" bIns="0" anchor="ctr">
            <a:noAutofit/>
          </a:bodyPr>
          <a:lstStyle/>
          <a:p>
            <a:pPr algn="ctr"/>
            <a:endParaRPr lang="en-IN" sz="4400" b="0" strike="noStrike" spc="-1">
              <a:latin typeface="Arial"/>
            </a:endParaRPr>
          </a:p>
        </p:txBody>
      </p:sp>
      <p:sp>
        <p:nvSpPr>
          <p:cNvPr id="5" name="PlaceHolder 2"/>
          <p:cNvSpPr>
            <a:spLocks noGrp="1"/>
          </p:cNvSpPr>
          <p:nvPr>
            <p:ph type="subTitle"/>
          </p:nvPr>
        </p:nvSpPr>
        <p:spPr>
          <a:xfrm>
            <a:off x="457200" y="1604520"/>
            <a:ext cx="8228880" cy="3976920"/>
          </a:xfrm>
          <a:prstGeom prst="rect">
            <a:avLst/>
          </a:prstGeom>
        </p:spPr>
        <p:txBody>
          <a:bodyPr lIns="0" tIns="0" rIns="0" bIns="0" anchor="ctr">
            <a:noAutofit/>
          </a:bodyPr>
          <a:lstStyle/>
          <a:p>
            <a:pPr algn="ctr"/>
            <a:endParaRPr lang="en-IN"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85440" y="609480"/>
            <a:ext cx="7764120" cy="1325160"/>
          </a:xfrm>
          <a:prstGeom prst="rect">
            <a:avLst/>
          </a:prstGeom>
        </p:spPr>
        <p:txBody>
          <a:bodyPr lIns="0" tIns="0" rIns="0" bIns="0" anchor="ctr">
            <a:noAutofit/>
          </a:bodyPr>
          <a:lstStyle/>
          <a:p>
            <a:pPr algn="ctr"/>
            <a:endParaRPr lang="en-IN" sz="4400" b="0" strike="noStrike" spc="-1">
              <a:latin typeface="Arial"/>
            </a:endParaRPr>
          </a:p>
        </p:txBody>
      </p:sp>
      <p:sp>
        <p:nvSpPr>
          <p:cNvPr id="7" name="PlaceHolder 2"/>
          <p:cNvSpPr>
            <a:spLocks noGrp="1"/>
          </p:cNvSpPr>
          <p:nvPr>
            <p:ph type="body"/>
          </p:nvPr>
        </p:nvSpPr>
        <p:spPr>
          <a:xfrm>
            <a:off x="457200" y="1604520"/>
            <a:ext cx="8228880" cy="397692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685440" y="609480"/>
            <a:ext cx="7764120" cy="1325160"/>
          </a:xfrm>
          <a:prstGeom prst="rect">
            <a:avLst/>
          </a:prstGeom>
        </p:spPr>
        <p:txBody>
          <a:bodyPr lIns="0" tIns="0" rIns="0" bIns="0" anchor="ctr">
            <a:noAutofit/>
          </a:bodyPr>
          <a:lstStyle/>
          <a:p>
            <a:pPr algn="ctr"/>
            <a:endParaRPr lang="en-IN" sz="4400" b="0" strike="noStrike" spc="-1">
              <a:latin typeface="Arial"/>
            </a:endParaRPr>
          </a:p>
        </p:txBody>
      </p:sp>
      <p:sp>
        <p:nvSpPr>
          <p:cNvPr id="9" name="PlaceHolder 2"/>
          <p:cNvSpPr>
            <a:spLocks noGrp="1"/>
          </p:cNvSpPr>
          <p:nvPr>
            <p:ph type="body"/>
          </p:nvPr>
        </p:nvSpPr>
        <p:spPr>
          <a:xfrm>
            <a:off x="457200" y="1604520"/>
            <a:ext cx="4015440" cy="3976920"/>
          </a:xfrm>
          <a:prstGeom prst="rect">
            <a:avLst/>
          </a:prstGeom>
        </p:spPr>
        <p:txBody>
          <a:bodyPr lIns="0" tIns="0" rIns="0" bIns="0">
            <a:normAutofit/>
          </a:bodyPr>
          <a:lstStyle/>
          <a:p>
            <a:endParaRPr lang="en-IN" sz="3200" b="0" strike="noStrike" spc="-1">
              <a:latin typeface="Arial"/>
            </a:endParaRPr>
          </a:p>
        </p:txBody>
      </p:sp>
      <p:sp>
        <p:nvSpPr>
          <p:cNvPr id="10" name="PlaceHolder 3"/>
          <p:cNvSpPr>
            <a:spLocks noGrp="1"/>
          </p:cNvSpPr>
          <p:nvPr>
            <p:ph type="body"/>
          </p:nvPr>
        </p:nvSpPr>
        <p:spPr>
          <a:xfrm>
            <a:off x="4673880" y="1604520"/>
            <a:ext cx="4015440" cy="397692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1" name="PlaceHolder 1"/>
          <p:cNvSpPr>
            <a:spLocks noGrp="1"/>
          </p:cNvSpPr>
          <p:nvPr>
            <p:ph type="title"/>
          </p:nvPr>
        </p:nvSpPr>
        <p:spPr>
          <a:xfrm>
            <a:off x="685440" y="609480"/>
            <a:ext cx="7764120" cy="1325160"/>
          </a:xfrm>
          <a:prstGeom prst="rect">
            <a:avLst/>
          </a:prstGeom>
        </p:spPr>
        <p:txBody>
          <a:bodyPr lIns="0" tIns="0" rIns="0" bIns="0" anchor="ctr">
            <a:noAutofit/>
          </a:bodyPr>
          <a:lstStyle/>
          <a:p>
            <a:pPr algn="ctr"/>
            <a:endParaRPr lang="en-IN" sz="4400" b="0" strike="noStrike" spc="-1">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2" name="PlaceHolder 1"/>
          <p:cNvSpPr>
            <a:spLocks noGrp="1"/>
          </p:cNvSpPr>
          <p:nvPr>
            <p:ph type="subTitle"/>
          </p:nvPr>
        </p:nvSpPr>
        <p:spPr>
          <a:xfrm>
            <a:off x="685440" y="609480"/>
            <a:ext cx="7764120" cy="6144120"/>
          </a:xfrm>
          <a:prstGeom prst="rect">
            <a:avLst/>
          </a:prstGeom>
        </p:spPr>
        <p:txBody>
          <a:bodyPr lIns="0" tIns="0" rIns="0" bIns="0" anchor="ctr">
            <a:noAutofit/>
          </a:bodyPr>
          <a:lstStyle/>
          <a:p>
            <a:pPr algn="ctr"/>
            <a:endParaRPr lang="en-IN"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685440" y="609480"/>
            <a:ext cx="7764120" cy="1325160"/>
          </a:xfrm>
          <a:prstGeom prst="rect">
            <a:avLst/>
          </a:prstGeom>
        </p:spPr>
        <p:txBody>
          <a:bodyPr lIns="0" tIns="0" rIns="0" bIns="0" anchor="ctr">
            <a:noAutofit/>
          </a:bodyPr>
          <a:lstStyle/>
          <a:p>
            <a:pPr algn="ctr"/>
            <a:endParaRPr lang="en-IN" sz="4400" b="0" strike="noStrike" spc="-1">
              <a:latin typeface="Arial"/>
            </a:endParaRPr>
          </a:p>
        </p:txBody>
      </p:sp>
      <p:sp>
        <p:nvSpPr>
          <p:cNvPr id="14" name="PlaceHolder 2"/>
          <p:cNvSpPr>
            <a:spLocks noGrp="1"/>
          </p:cNvSpPr>
          <p:nvPr>
            <p:ph type="body"/>
          </p:nvPr>
        </p:nvSpPr>
        <p:spPr>
          <a:xfrm>
            <a:off x="457200" y="1604520"/>
            <a:ext cx="4015440" cy="1896840"/>
          </a:xfrm>
          <a:prstGeom prst="rect">
            <a:avLst/>
          </a:prstGeom>
        </p:spPr>
        <p:txBody>
          <a:bodyPr lIns="0" tIns="0" rIns="0" bIns="0">
            <a:normAutofit/>
          </a:bodyPr>
          <a:lstStyle/>
          <a:p>
            <a:endParaRPr lang="en-IN" sz="3200" b="0" strike="noStrike" spc="-1">
              <a:latin typeface="Arial"/>
            </a:endParaRPr>
          </a:p>
        </p:txBody>
      </p:sp>
      <p:sp>
        <p:nvSpPr>
          <p:cNvPr id="15" name="PlaceHolder 3"/>
          <p:cNvSpPr>
            <a:spLocks noGrp="1"/>
          </p:cNvSpPr>
          <p:nvPr>
            <p:ph type="body"/>
          </p:nvPr>
        </p:nvSpPr>
        <p:spPr>
          <a:xfrm>
            <a:off x="4673880" y="1604520"/>
            <a:ext cx="4015440" cy="3976920"/>
          </a:xfrm>
          <a:prstGeom prst="rect">
            <a:avLst/>
          </a:prstGeom>
        </p:spPr>
        <p:txBody>
          <a:bodyPr lIns="0" tIns="0" rIns="0" bIns="0">
            <a:normAutofit/>
          </a:bodyPr>
          <a:lstStyle/>
          <a:p>
            <a:endParaRPr lang="en-IN" sz="3200" b="0" strike="noStrike" spc="-1">
              <a:latin typeface="Arial"/>
            </a:endParaRPr>
          </a:p>
        </p:txBody>
      </p:sp>
      <p:sp>
        <p:nvSpPr>
          <p:cNvPr id="16" name="PlaceHolder 4"/>
          <p:cNvSpPr>
            <a:spLocks noGrp="1"/>
          </p:cNvSpPr>
          <p:nvPr>
            <p:ph type="body"/>
          </p:nvPr>
        </p:nvSpPr>
        <p:spPr>
          <a:xfrm>
            <a:off x="457200" y="3682080"/>
            <a:ext cx="401544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685440" y="609480"/>
            <a:ext cx="7764120" cy="1325160"/>
          </a:xfrm>
          <a:prstGeom prst="rect">
            <a:avLst/>
          </a:prstGeom>
        </p:spPr>
        <p:txBody>
          <a:bodyPr lIns="0" tIns="0" rIns="0" bIns="0" anchor="ctr">
            <a:noAutofit/>
          </a:bodyPr>
          <a:lstStyle/>
          <a:p>
            <a:pPr algn="ctr"/>
            <a:endParaRPr lang="en-IN" sz="4400" b="0" strike="noStrike" spc="-1">
              <a:latin typeface="Arial"/>
            </a:endParaRPr>
          </a:p>
        </p:txBody>
      </p:sp>
      <p:sp>
        <p:nvSpPr>
          <p:cNvPr id="18" name="PlaceHolder 2"/>
          <p:cNvSpPr>
            <a:spLocks noGrp="1"/>
          </p:cNvSpPr>
          <p:nvPr>
            <p:ph type="body"/>
          </p:nvPr>
        </p:nvSpPr>
        <p:spPr>
          <a:xfrm>
            <a:off x="457200" y="1604520"/>
            <a:ext cx="4015440" cy="3976920"/>
          </a:xfrm>
          <a:prstGeom prst="rect">
            <a:avLst/>
          </a:prstGeom>
        </p:spPr>
        <p:txBody>
          <a:bodyPr lIns="0" tIns="0" rIns="0" bIns="0">
            <a:normAutofit/>
          </a:bodyPr>
          <a:lstStyle/>
          <a:p>
            <a:endParaRPr lang="en-IN" sz="3200" b="0" strike="noStrike" spc="-1">
              <a:latin typeface="Arial"/>
            </a:endParaRPr>
          </a:p>
        </p:txBody>
      </p:sp>
      <p:sp>
        <p:nvSpPr>
          <p:cNvPr id="19" name="PlaceHolder 3"/>
          <p:cNvSpPr>
            <a:spLocks noGrp="1"/>
          </p:cNvSpPr>
          <p:nvPr>
            <p:ph type="body"/>
          </p:nvPr>
        </p:nvSpPr>
        <p:spPr>
          <a:xfrm>
            <a:off x="4673880" y="1604520"/>
            <a:ext cx="4015440" cy="1896840"/>
          </a:xfrm>
          <a:prstGeom prst="rect">
            <a:avLst/>
          </a:prstGeom>
        </p:spPr>
        <p:txBody>
          <a:bodyPr lIns="0" tIns="0" rIns="0" bIns="0">
            <a:normAutofit/>
          </a:bodyPr>
          <a:lstStyle/>
          <a:p>
            <a:endParaRPr lang="en-IN" sz="3200" b="0" strike="noStrike" spc="-1">
              <a:latin typeface="Arial"/>
            </a:endParaRPr>
          </a:p>
        </p:txBody>
      </p:sp>
      <p:sp>
        <p:nvSpPr>
          <p:cNvPr id="20" name="PlaceHolder 4"/>
          <p:cNvSpPr>
            <a:spLocks noGrp="1"/>
          </p:cNvSpPr>
          <p:nvPr>
            <p:ph type="body"/>
          </p:nvPr>
        </p:nvSpPr>
        <p:spPr>
          <a:xfrm>
            <a:off x="4673880" y="3682080"/>
            <a:ext cx="401544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85440" y="609480"/>
            <a:ext cx="7764120" cy="1325160"/>
          </a:xfrm>
          <a:prstGeom prst="rect">
            <a:avLst/>
          </a:prstGeom>
        </p:spPr>
        <p:txBody>
          <a:bodyPr lIns="0" tIns="0" rIns="0" bIns="0" anchor="ctr">
            <a:noAutofit/>
          </a:bodyPr>
          <a:lstStyle/>
          <a:p>
            <a:pPr algn="ctr"/>
            <a:endParaRPr lang="en-IN" sz="4400" b="0" strike="noStrike" spc="-1">
              <a:latin typeface="Arial"/>
            </a:endParaRPr>
          </a:p>
        </p:txBody>
      </p:sp>
      <p:sp>
        <p:nvSpPr>
          <p:cNvPr id="22" name="PlaceHolder 2"/>
          <p:cNvSpPr>
            <a:spLocks noGrp="1"/>
          </p:cNvSpPr>
          <p:nvPr>
            <p:ph type="body"/>
          </p:nvPr>
        </p:nvSpPr>
        <p:spPr>
          <a:xfrm>
            <a:off x="457200" y="1604520"/>
            <a:ext cx="4015440" cy="1896840"/>
          </a:xfrm>
          <a:prstGeom prst="rect">
            <a:avLst/>
          </a:prstGeom>
        </p:spPr>
        <p:txBody>
          <a:bodyPr lIns="0" tIns="0" rIns="0" bIns="0">
            <a:normAutofit/>
          </a:bodyPr>
          <a:lstStyle/>
          <a:p>
            <a:endParaRPr lang="en-IN" sz="3200" b="0" strike="noStrike" spc="-1">
              <a:latin typeface="Arial"/>
            </a:endParaRPr>
          </a:p>
        </p:txBody>
      </p:sp>
      <p:sp>
        <p:nvSpPr>
          <p:cNvPr id="23" name="PlaceHolder 3"/>
          <p:cNvSpPr>
            <a:spLocks noGrp="1"/>
          </p:cNvSpPr>
          <p:nvPr>
            <p:ph type="body"/>
          </p:nvPr>
        </p:nvSpPr>
        <p:spPr>
          <a:xfrm>
            <a:off x="4673880" y="1604520"/>
            <a:ext cx="4015440" cy="1896840"/>
          </a:xfrm>
          <a:prstGeom prst="rect">
            <a:avLst/>
          </a:prstGeom>
        </p:spPr>
        <p:txBody>
          <a:bodyPr lIns="0" tIns="0" rIns="0" bIns="0">
            <a:normAutofit/>
          </a:bodyPr>
          <a:lstStyle/>
          <a:p>
            <a:endParaRPr lang="en-IN" sz="3200" b="0" strike="noStrike" spc="-1">
              <a:latin typeface="Arial"/>
            </a:endParaRPr>
          </a:p>
        </p:txBody>
      </p:sp>
      <p:sp>
        <p:nvSpPr>
          <p:cNvPr id="24" name="PlaceHolder 4"/>
          <p:cNvSpPr>
            <a:spLocks noGrp="1"/>
          </p:cNvSpPr>
          <p:nvPr>
            <p:ph type="body"/>
          </p:nvPr>
        </p:nvSpPr>
        <p:spPr>
          <a:xfrm>
            <a:off x="457200" y="3682080"/>
            <a:ext cx="822888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685440" y="609480"/>
            <a:ext cx="7764120" cy="1325160"/>
          </a:xfrm>
          <a:prstGeom prst="rect">
            <a:avLst/>
          </a:prstGeom>
        </p:spPr>
        <p:txBody>
          <a:bodyPr lIns="0" tIns="0" rIns="0" bIns="0" anchor="ctr">
            <a:noAutofit/>
          </a:bodyPr>
          <a:lstStyle/>
          <a:p>
            <a:pPr algn="ctr"/>
            <a:endParaRPr lang="en-IN" sz="4400" b="0" strike="noStrike" spc="-1">
              <a:latin typeface="Arial"/>
            </a:endParaRPr>
          </a:p>
        </p:txBody>
      </p:sp>
      <p:sp>
        <p:nvSpPr>
          <p:cNvPr id="26" name="PlaceHolder 2"/>
          <p:cNvSpPr>
            <a:spLocks noGrp="1"/>
          </p:cNvSpPr>
          <p:nvPr>
            <p:ph type="body"/>
          </p:nvPr>
        </p:nvSpPr>
        <p:spPr>
          <a:xfrm>
            <a:off x="457200" y="1604520"/>
            <a:ext cx="8228880" cy="1896840"/>
          </a:xfrm>
          <a:prstGeom prst="rect">
            <a:avLst/>
          </a:prstGeom>
        </p:spPr>
        <p:txBody>
          <a:bodyPr lIns="0" tIns="0" rIns="0" bIns="0">
            <a:normAutofit/>
          </a:bodyPr>
          <a:lstStyle/>
          <a:p>
            <a:endParaRPr lang="en-IN" sz="3200" b="0" strike="noStrike" spc="-1">
              <a:latin typeface="Arial"/>
            </a:endParaRPr>
          </a:p>
        </p:txBody>
      </p:sp>
      <p:sp>
        <p:nvSpPr>
          <p:cNvPr id="27" name="PlaceHolder 3"/>
          <p:cNvSpPr>
            <a:spLocks noGrp="1"/>
          </p:cNvSpPr>
          <p:nvPr>
            <p:ph type="body"/>
          </p:nvPr>
        </p:nvSpPr>
        <p:spPr>
          <a:xfrm>
            <a:off x="457200" y="3682080"/>
            <a:ext cx="822888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685440" y="609480"/>
            <a:ext cx="7764120" cy="1325160"/>
          </a:xfrm>
          <a:prstGeom prst="rect">
            <a:avLst/>
          </a:prstGeom>
        </p:spPr>
        <p:txBody>
          <a:bodyPr lIns="0" tIns="0" rIns="0" bIns="0" anchor="ctr">
            <a:noAutofit/>
          </a:bodyPr>
          <a:lstStyle/>
          <a:p>
            <a:pPr algn="ctr"/>
            <a:endParaRPr lang="en-IN" sz="4400" b="0" strike="noStrike" spc="-1">
              <a:latin typeface="Arial"/>
            </a:endParaRPr>
          </a:p>
        </p:txBody>
      </p:sp>
      <p:sp>
        <p:nvSpPr>
          <p:cNvPr id="29" name="PlaceHolder 2"/>
          <p:cNvSpPr>
            <a:spLocks noGrp="1"/>
          </p:cNvSpPr>
          <p:nvPr>
            <p:ph type="body"/>
          </p:nvPr>
        </p:nvSpPr>
        <p:spPr>
          <a:xfrm>
            <a:off x="457200" y="1604520"/>
            <a:ext cx="4015440" cy="1896840"/>
          </a:xfrm>
          <a:prstGeom prst="rect">
            <a:avLst/>
          </a:prstGeom>
        </p:spPr>
        <p:txBody>
          <a:bodyPr lIns="0" tIns="0" rIns="0" bIns="0">
            <a:normAutofit/>
          </a:bodyPr>
          <a:lstStyle/>
          <a:p>
            <a:endParaRPr lang="en-IN" sz="3200" b="0" strike="noStrike" spc="-1">
              <a:latin typeface="Arial"/>
            </a:endParaRPr>
          </a:p>
        </p:txBody>
      </p:sp>
      <p:sp>
        <p:nvSpPr>
          <p:cNvPr id="30" name="PlaceHolder 3"/>
          <p:cNvSpPr>
            <a:spLocks noGrp="1"/>
          </p:cNvSpPr>
          <p:nvPr>
            <p:ph type="body"/>
          </p:nvPr>
        </p:nvSpPr>
        <p:spPr>
          <a:xfrm>
            <a:off x="4673880" y="1604520"/>
            <a:ext cx="4015440" cy="1896840"/>
          </a:xfrm>
          <a:prstGeom prst="rect">
            <a:avLst/>
          </a:prstGeom>
        </p:spPr>
        <p:txBody>
          <a:bodyPr lIns="0" tIns="0" rIns="0" bIns="0">
            <a:normAutofit/>
          </a:bodyPr>
          <a:lstStyle/>
          <a:p>
            <a:endParaRPr lang="en-IN" sz="3200" b="0" strike="noStrike" spc="-1">
              <a:latin typeface="Arial"/>
            </a:endParaRPr>
          </a:p>
        </p:txBody>
      </p:sp>
      <p:sp>
        <p:nvSpPr>
          <p:cNvPr id="31" name="PlaceHolder 4"/>
          <p:cNvSpPr>
            <a:spLocks noGrp="1"/>
          </p:cNvSpPr>
          <p:nvPr>
            <p:ph type="body"/>
          </p:nvPr>
        </p:nvSpPr>
        <p:spPr>
          <a:xfrm>
            <a:off x="457200" y="3682080"/>
            <a:ext cx="4015440" cy="1896840"/>
          </a:xfrm>
          <a:prstGeom prst="rect">
            <a:avLst/>
          </a:prstGeom>
        </p:spPr>
        <p:txBody>
          <a:bodyPr lIns="0" tIns="0" rIns="0" bIns="0">
            <a:normAutofit/>
          </a:bodyPr>
          <a:lstStyle/>
          <a:p>
            <a:endParaRPr lang="en-IN" sz="3200" b="0" strike="noStrike" spc="-1">
              <a:latin typeface="Arial"/>
            </a:endParaRPr>
          </a:p>
        </p:txBody>
      </p:sp>
      <p:sp>
        <p:nvSpPr>
          <p:cNvPr id="32" name="PlaceHolder 5"/>
          <p:cNvSpPr>
            <a:spLocks noGrp="1"/>
          </p:cNvSpPr>
          <p:nvPr>
            <p:ph type="body"/>
          </p:nvPr>
        </p:nvSpPr>
        <p:spPr>
          <a:xfrm>
            <a:off x="4673880" y="3682080"/>
            <a:ext cx="401544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685440" y="609480"/>
            <a:ext cx="7764120" cy="1325160"/>
          </a:xfrm>
          <a:prstGeom prst="rect">
            <a:avLst/>
          </a:prstGeom>
        </p:spPr>
        <p:txBody>
          <a:bodyPr lIns="0" tIns="0" rIns="0" bIns="0" anchor="ctr">
            <a:noAutofit/>
          </a:bodyPr>
          <a:lstStyle/>
          <a:p>
            <a:pPr algn="ctr"/>
            <a:endParaRPr lang="en-IN" sz="4400" b="0" strike="noStrike" spc="-1">
              <a:latin typeface="Arial"/>
            </a:endParaRPr>
          </a:p>
        </p:txBody>
      </p:sp>
      <p:sp>
        <p:nvSpPr>
          <p:cNvPr id="34"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IN" sz="3200" b="0" strike="noStrike" spc="-1">
              <a:latin typeface="Arial"/>
            </a:endParaRPr>
          </a:p>
        </p:txBody>
      </p:sp>
      <p:sp>
        <p:nvSpPr>
          <p:cNvPr id="35"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IN" sz="3200" b="0" strike="noStrike" spc="-1">
              <a:latin typeface="Arial"/>
            </a:endParaRPr>
          </a:p>
        </p:txBody>
      </p:sp>
      <p:sp>
        <p:nvSpPr>
          <p:cNvPr id="36"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IN" sz="3200" b="0" strike="noStrike" spc="-1">
              <a:latin typeface="Arial"/>
            </a:endParaRPr>
          </a:p>
        </p:txBody>
      </p:sp>
      <p:sp>
        <p:nvSpPr>
          <p:cNvPr id="37"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IN" sz="3200" b="0" strike="noStrike" spc="-1">
              <a:latin typeface="Arial"/>
            </a:endParaRPr>
          </a:p>
        </p:txBody>
      </p:sp>
      <p:sp>
        <p:nvSpPr>
          <p:cNvPr id="38"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IN" sz="3200" b="0" strike="noStrike" spc="-1">
              <a:latin typeface="Arial"/>
            </a:endParaRPr>
          </a:p>
        </p:txBody>
      </p:sp>
      <p:sp>
        <p:nvSpPr>
          <p:cNvPr id="39"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u="sng">
                <a:solidFill>
                  <a:srgbClr val="FFFF00"/>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1600">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pPr defTabSz="342900" eaLnBrk="1" fontAlgn="auto" hangingPunct="1">
              <a:spcBef>
                <a:spcPts val="0"/>
              </a:spcBef>
              <a:spcAft>
                <a:spcPts val="0"/>
              </a:spcAft>
            </a:pPr>
            <a:fld id="{287BD2DA-379E-4C52-9863-ADDA0B5A5DB4}" type="datetime1">
              <a:rPr lang="en-US" smtClean="0">
                <a:solidFill>
                  <a:prstClr val="white">
                    <a:tint val="75000"/>
                  </a:prstClr>
                </a:solidFill>
                <a:latin typeface="Rockwell" panose="02060603020205020403"/>
              </a:rPr>
              <a:t>11/2/2020</a:t>
            </a:fld>
            <a:endParaRPr lang="en-US" dirty="0">
              <a:solidFill>
                <a:prstClr val="white">
                  <a:tint val="75000"/>
                </a:prstClr>
              </a:solidFill>
              <a:latin typeface="Rockwell" panose="02060603020205020403"/>
            </a:endParaRPr>
          </a:p>
        </p:txBody>
      </p:sp>
      <p:sp>
        <p:nvSpPr>
          <p:cNvPr id="5" name="Footer Placeholder 4"/>
          <p:cNvSpPr>
            <a:spLocks noGrp="1"/>
          </p:cNvSpPr>
          <p:nvPr>
            <p:ph type="ftr" sz="quarter" idx="11"/>
          </p:nvPr>
        </p:nvSpPr>
        <p:spPr/>
        <p:txBody>
          <a:bodyPr/>
          <a:lstStyle/>
          <a:p>
            <a:pPr defTabSz="342900" eaLnBrk="1" fontAlgn="auto" hangingPunct="1">
              <a:spcBef>
                <a:spcPts val="0"/>
              </a:spcBef>
              <a:spcAft>
                <a:spcPts val="0"/>
              </a:spcAft>
            </a:pPr>
            <a:endParaRPr lang="en-US" dirty="0">
              <a:solidFill>
                <a:prstClr val="white">
                  <a:tint val="75000"/>
                </a:prstClr>
              </a:solidFill>
              <a:latin typeface="Rockwell" panose="02060603020205020403"/>
            </a:endParaRPr>
          </a:p>
        </p:txBody>
      </p:sp>
      <p:sp>
        <p:nvSpPr>
          <p:cNvPr id="6" name="Slide Number Placeholder 5"/>
          <p:cNvSpPr>
            <a:spLocks noGrp="1"/>
          </p:cNvSpPr>
          <p:nvPr>
            <p:ph type="sldNum" sz="quarter" idx="12"/>
          </p:nvPr>
        </p:nvSpPr>
        <p:spPr/>
        <p:txBody>
          <a:bodyPr/>
          <a:lstStyle/>
          <a:p>
            <a:pPr defTabSz="342900" eaLnBrk="1" fontAlgn="auto" hangingPunct="1">
              <a:spcBef>
                <a:spcPts val="0"/>
              </a:spcBef>
              <a:spcAft>
                <a:spcPts val="0"/>
              </a:spcAft>
            </a:pPr>
            <a:fld id="{6D22F896-40B5-4ADD-8801-0D06FADFA095}" type="slidenum">
              <a:rPr lang="en-US" smtClean="0">
                <a:solidFill>
                  <a:prstClr val="white">
                    <a:tint val="75000"/>
                  </a:prstClr>
                </a:solidFill>
                <a:latin typeface="Rockwell" panose="02060603020205020403"/>
              </a:rPr>
              <a:t>‹#›</a:t>
            </a:fld>
            <a:endParaRPr lang="en-US" dirty="0">
              <a:solidFill>
                <a:prstClr val="white">
                  <a:tint val="75000"/>
                </a:prstClr>
              </a:solidFill>
              <a:latin typeface="Rockwell" panose="02060603020205020403"/>
            </a:endParaRPr>
          </a:p>
        </p:txBody>
      </p:sp>
    </p:spTree>
    <p:extLst>
      <p:ext uri="{BB962C8B-B14F-4D97-AF65-F5344CB8AC3E}">
        <p14:creationId xmlns:p14="http://schemas.microsoft.com/office/powerpoint/2010/main" val="14636059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4" name="PlaceHolder 1"/>
          <p:cNvSpPr>
            <a:spLocks noGrp="1"/>
          </p:cNvSpPr>
          <p:nvPr>
            <p:ph type="title"/>
          </p:nvPr>
        </p:nvSpPr>
        <p:spPr>
          <a:xfrm>
            <a:off x="685440" y="609480"/>
            <a:ext cx="7764120" cy="1325160"/>
          </a:xfrm>
          <a:prstGeom prst="rect">
            <a:avLst/>
          </a:prstGeom>
        </p:spPr>
        <p:txBody>
          <a:bodyPr lIns="0" tIns="0" rIns="0" bIns="0" anchor="ctr">
            <a:noAutofit/>
          </a:bodyPr>
          <a:lstStyle/>
          <a:p>
            <a:pPr algn="ctr"/>
            <a:endParaRPr lang="en-IN" sz="4400" b="0" strike="noStrike" spc="-1">
              <a:latin typeface="Arial"/>
            </a:endParaRPr>
          </a:p>
        </p:txBody>
      </p:sp>
      <p:sp>
        <p:nvSpPr>
          <p:cNvPr id="45" name="PlaceHolder 2"/>
          <p:cNvSpPr>
            <a:spLocks noGrp="1"/>
          </p:cNvSpPr>
          <p:nvPr>
            <p:ph type="subTitle"/>
          </p:nvPr>
        </p:nvSpPr>
        <p:spPr>
          <a:xfrm>
            <a:off x="457200" y="1604520"/>
            <a:ext cx="8228880" cy="3976920"/>
          </a:xfrm>
          <a:prstGeom prst="rect">
            <a:avLst/>
          </a:prstGeom>
        </p:spPr>
        <p:txBody>
          <a:bodyPr lIns="0" tIns="0" rIns="0" bIns="0" anchor="ctr">
            <a:noAutofit/>
          </a:bodyPr>
          <a:lstStyle/>
          <a:p>
            <a:pPr algn="ctr"/>
            <a:endParaRPr lang="en-IN" sz="3200" b="0" strike="noStrike" spc="-1">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685440" y="609480"/>
            <a:ext cx="7764120" cy="1325160"/>
          </a:xfrm>
          <a:prstGeom prst="rect">
            <a:avLst/>
          </a:prstGeom>
        </p:spPr>
        <p:txBody>
          <a:bodyPr lIns="0" tIns="0" rIns="0" bIns="0" anchor="ctr">
            <a:noAutofit/>
          </a:bodyPr>
          <a:lstStyle/>
          <a:p>
            <a:pPr algn="ctr"/>
            <a:endParaRPr lang="en-IN" sz="4400" b="0" strike="noStrike" spc="-1">
              <a:latin typeface="Arial"/>
            </a:endParaRPr>
          </a:p>
        </p:txBody>
      </p:sp>
      <p:sp>
        <p:nvSpPr>
          <p:cNvPr id="47" name="PlaceHolder 2"/>
          <p:cNvSpPr>
            <a:spLocks noGrp="1"/>
          </p:cNvSpPr>
          <p:nvPr>
            <p:ph type="body"/>
          </p:nvPr>
        </p:nvSpPr>
        <p:spPr>
          <a:xfrm>
            <a:off x="457200" y="1604520"/>
            <a:ext cx="8228880" cy="397692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685440" y="609480"/>
            <a:ext cx="7764120" cy="1325160"/>
          </a:xfrm>
          <a:prstGeom prst="rect">
            <a:avLst/>
          </a:prstGeom>
        </p:spPr>
        <p:txBody>
          <a:bodyPr lIns="0" tIns="0" rIns="0" bIns="0" anchor="ctr">
            <a:noAutofit/>
          </a:bodyPr>
          <a:lstStyle/>
          <a:p>
            <a:pPr algn="ctr"/>
            <a:endParaRPr lang="en-IN" sz="4400" b="0" strike="noStrike" spc="-1">
              <a:latin typeface="Arial"/>
            </a:endParaRPr>
          </a:p>
        </p:txBody>
      </p:sp>
      <p:sp>
        <p:nvSpPr>
          <p:cNvPr id="49" name="PlaceHolder 2"/>
          <p:cNvSpPr>
            <a:spLocks noGrp="1"/>
          </p:cNvSpPr>
          <p:nvPr>
            <p:ph type="body"/>
          </p:nvPr>
        </p:nvSpPr>
        <p:spPr>
          <a:xfrm>
            <a:off x="457200" y="1604520"/>
            <a:ext cx="4015440" cy="3976920"/>
          </a:xfrm>
          <a:prstGeom prst="rect">
            <a:avLst/>
          </a:prstGeom>
        </p:spPr>
        <p:txBody>
          <a:bodyPr lIns="0" tIns="0" rIns="0" bIns="0">
            <a:normAutofit/>
          </a:bodyPr>
          <a:lstStyle/>
          <a:p>
            <a:endParaRPr lang="en-IN" sz="3200" b="0" strike="noStrike" spc="-1">
              <a:latin typeface="Arial"/>
            </a:endParaRPr>
          </a:p>
        </p:txBody>
      </p:sp>
      <p:sp>
        <p:nvSpPr>
          <p:cNvPr id="50" name="PlaceHolder 3"/>
          <p:cNvSpPr>
            <a:spLocks noGrp="1"/>
          </p:cNvSpPr>
          <p:nvPr>
            <p:ph type="body"/>
          </p:nvPr>
        </p:nvSpPr>
        <p:spPr>
          <a:xfrm>
            <a:off x="4673880" y="1604520"/>
            <a:ext cx="4015440" cy="397692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1" name="PlaceHolder 1"/>
          <p:cNvSpPr>
            <a:spLocks noGrp="1"/>
          </p:cNvSpPr>
          <p:nvPr>
            <p:ph type="title"/>
          </p:nvPr>
        </p:nvSpPr>
        <p:spPr>
          <a:xfrm>
            <a:off x="685440" y="609480"/>
            <a:ext cx="7764120" cy="1325160"/>
          </a:xfrm>
          <a:prstGeom prst="rect">
            <a:avLst/>
          </a:prstGeom>
        </p:spPr>
        <p:txBody>
          <a:bodyPr lIns="0" tIns="0" rIns="0" bIns="0" anchor="ctr">
            <a:noAutofit/>
          </a:bodyPr>
          <a:lstStyle/>
          <a:p>
            <a:pPr algn="ctr"/>
            <a:endParaRPr lang="en-IN" sz="44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2" name="PlaceHolder 1"/>
          <p:cNvSpPr>
            <a:spLocks noGrp="1"/>
          </p:cNvSpPr>
          <p:nvPr>
            <p:ph type="subTitle"/>
          </p:nvPr>
        </p:nvSpPr>
        <p:spPr>
          <a:xfrm>
            <a:off x="685440" y="609480"/>
            <a:ext cx="7764120" cy="6144120"/>
          </a:xfrm>
          <a:prstGeom prst="rect">
            <a:avLst/>
          </a:prstGeom>
        </p:spPr>
        <p:txBody>
          <a:bodyPr lIns="0" tIns="0" rIns="0" bIns="0" anchor="ctr">
            <a:noAutofit/>
          </a:bodyPr>
          <a:lstStyle/>
          <a:p>
            <a:pPr algn="ctr"/>
            <a:endParaRPr lang="en-IN" sz="3200" b="0" strike="noStrike" spc="-1">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685440" y="609480"/>
            <a:ext cx="7764120" cy="1325160"/>
          </a:xfrm>
          <a:prstGeom prst="rect">
            <a:avLst/>
          </a:prstGeom>
        </p:spPr>
        <p:txBody>
          <a:bodyPr lIns="0" tIns="0" rIns="0" bIns="0" anchor="ctr">
            <a:noAutofit/>
          </a:bodyPr>
          <a:lstStyle/>
          <a:p>
            <a:pPr algn="ctr"/>
            <a:endParaRPr lang="en-IN" sz="4400" b="0" strike="noStrike" spc="-1">
              <a:latin typeface="Arial"/>
            </a:endParaRPr>
          </a:p>
        </p:txBody>
      </p:sp>
      <p:sp>
        <p:nvSpPr>
          <p:cNvPr id="54" name="PlaceHolder 2"/>
          <p:cNvSpPr>
            <a:spLocks noGrp="1"/>
          </p:cNvSpPr>
          <p:nvPr>
            <p:ph type="body"/>
          </p:nvPr>
        </p:nvSpPr>
        <p:spPr>
          <a:xfrm>
            <a:off x="457200" y="1604520"/>
            <a:ext cx="4015440" cy="1896840"/>
          </a:xfrm>
          <a:prstGeom prst="rect">
            <a:avLst/>
          </a:prstGeom>
        </p:spPr>
        <p:txBody>
          <a:bodyPr lIns="0" tIns="0" rIns="0" bIns="0">
            <a:normAutofit/>
          </a:bodyPr>
          <a:lstStyle/>
          <a:p>
            <a:endParaRPr lang="en-IN" sz="3200" b="0" strike="noStrike" spc="-1">
              <a:latin typeface="Arial"/>
            </a:endParaRPr>
          </a:p>
        </p:txBody>
      </p:sp>
      <p:sp>
        <p:nvSpPr>
          <p:cNvPr id="55" name="PlaceHolder 3"/>
          <p:cNvSpPr>
            <a:spLocks noGrp="1"/>
          </p:cNvSpPr>
          <p:nvPr>
            <p:ph type="body"/>
          </p:nvPr>
        </p:nvSpPr>
        <p:spPr>
          <a:xfrm>
            <a:off x="4673880" y="1604520"/>
            <a:ext cx="4015440" cy="3976920"/>
          </a:xfrm>
          <a:prstGeom prst="rect">
            <a:avLst/>
          </a:prstGeom>
        </p:spPr>
        <p:txBody>
          <a:bodyPr lIns="0" tIns="0" rIns="0" bIns="0">
            <a:normAutofit/>
          </a:bodyPr>
          <a:lstStyle/>
          <a:p>
            <a:endParaRPr lang="en-IN" sz="3200" b="0" strike="noStrike" spc="-1">
              <a:latin typeface="Arial"/>
            </a:endParaRPr>
          </a:p>
        </p:txBody>
      </p:sp>
      <p:sp>
        <p:nvSpPr>
          <p:cNvPr id="56" name="PlaceHolder 4"/>
          <p:cNvSpPr>
            <a:spLocks noGrp="1"/>
          </p:cNvSpPr>
          <p:nvPr>
            <p:ph type="body"/>
          </p:nvPr>
        </p:nvSpPr>
        <p:spPr>
          <a:xfrm>
            <a:off x="457200" y="3682080"/>
            <a:ext cx="401544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685440" y="609480"/>
            <a:ext cx="7764120" cy="1325160"/>
          </a:xfrm>
          <a:prstGeom prst="rect">
            <a:avLst/>
          </a:prstGeom>
        </p:spPr>
        <p:txBody>
          <a:bodyPr lIns="0" tIns="0" rIns="0" bIns="0" anchor="ctr">
            <a:noAutofit/>
          </a:bodyPr>
          <a:lstStyle/>
          <a:p>
            <a:pPr algn="ctr"/>
            <a:endParaRPr lang="en-IN" sz="4400" b="0" strike="noStrike" spc="-1">
              <a:latin typeface="Arial"/>
            </a:endParaRPr>
          </a:p>
        </p:txBody>
      </p:sp>
      <p:sp>
        <p:nvSpPr>
          <p:cNvPr id="58" name="PlaceHolder 2"/>
          <p:cNvSpPr>
            <a:spLocks noGrp="1"/>
          </p:cNvSpPr>
          <p:nvPr>
            <p:ph type="body"/>
          </p:nvPr>
        </p:nvSpPr>
        <p:spPr>
          <a:xfrm>
            <a:off x="457200" y="1604520"/>
            <a:ext cx="4015440" cy="3976920"/>
          </a:xfrm>
          <a:prstGeom prst="rect">
            <a:avLst/>
          </a:prstGeom>
        </p:spPr>
        <p:txBody>
          <a:bodyPr lIns="0" tIns="0" rIns="0" bIns="0">
            <a:normAutofit/>
          </a:bodyPr>
          <a:lstStyle/>
          <a:p>
            <a:endParaRPr lang="en-IN" sz="3200" b="0" strike="noStrike" spc="-1">
              <a:latin typeface="Arial"/>
            </a:endParaRPr>
          </a:p>
        </p:txBody>
      </p:sp>
      <p:sp>
        <p:nvSpPr>
          <p:cNvPr id="59" name="PlaceHolder 3"/>
          <p:cNvSpPr>
            <a:spLocks noGrp="1"/>
          </p:cNvSpPr>
          <p:nvPr>
            <p:ph type="body"/>
          </p:nvPr>
        </p:nvSpPr>
        <p:spPr>
          <a:xfrm>
            <a:off x="4673880" y="1604520"/>
            <a:ext cx="4015440" cy="1896840"/>
          </a:xfrm>
          <a:prstGeom prst="rect">
            <a:avLst/>
          </a:prstGeom>
        </p:spPr>
        <p:txBody>
          <a:bodyPr lIns="0" tIns="0" rIns="0" bIns="0">
            <a:normAutofit/>
          </a:bodyPr>
          <a:lstStyle/>
          <a:p>
            <a:endParaRPr lang="en-IN" sz="3200" b="0" strike="noStrike" spc="-1">
              <a:latin typeface="Arial"/>
            </a:endParaRPr>
          </a:p>
        </p:txBody>
      </p:sp>
      <p:sp>
        <p:nvSpPr>
          <p:cNvPr id="60" name="PlaceHolder 4"/>
          <p:cNvSpPr>
            <a:spLocks noGrp="1"/>
          </p:cNvSpPr>
          <p:nvPr>
            <p:ph type="body"/>
          </p:nvPr>
        </p:nvSpPr>
        <p:spPr>
          <a:xfrm>
            <a:off x="4673880" y="3682080"/>
            <a:ext cx="401544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685440" y="609480"/>
            <a:ext cx="7764120" cy="1325160"/>
          </a:xfrm>
          <a:prstGeom prst="rect">
            <a:avLst/>
          </a:prstGeom>
        </p:spPr>
        <p:txBody>
          <a:bodyPr lIns="0" tIns="0" rIns="0" bIns="0" anchor="ctr">
            <a:noAutofit/>
          </a:bodyPr>
          <a:lstStyle/>
          <a:p>
            <a:pPr algn="ctr"/>
            <a:endParaRPr lang="en-IN" sz="4400" b="0" strike="noStrike" spc="-1">
              <a:latin typeface="Arial"/>
            </a:endParaRPr>
          </a:p>
        </p:txBody>
      </p:sp>
      <p:sp>
        <p:nvSpPr>
          <p:cNvPr id="62" name="PlaceHolder 2"/>
          <p:cNvSpPr>
            <a:spLocks noGrp="1"/>
          </p:cNvSpPr>
          <p:nvPr>
            <p:ph type="body"/>
          </p:nvPr>
        </p:nvSpPr>
        <p:spPr>
          <a:xfrm>
            <a:off x="457200" y="1604520"/>
            <a:ext cx="4015440" cy="1896840"/>
          </a:xfrm>
          <a:prstGeom prst="rect">
            <a:avLst/>
          </a:prstGeom>
        </p:spPr>
        <p:txBody>
          <a:bodyPr lIns="0" tIns="0" rIns="0" bIns="0">
            <a:normAutofit/>
          </a:bodyPr>
          <a:lstStyle/>
          <a:p>
            <a:endParaRPr lang="en-IN" sz="3200" b="0" strike="noStrike" spc="-1">
              <a:latin typeface="Arial"/>
            </a:endParaRPr>
          </a:p>
        </p:txBody>
      </p:sp>
      <p:sp>
        <p:nvSpPr>
          <p:cNvPr id="63" name="PlaceHolder 3"/>
          <p:cNvSpPr>
            <a:spLocks noGrp="1"/>
          </p:cNvSpPr>
          <p:nvPr>
            <p:ph type="body"/>
          </p:nvPr>
        </p:nvSpPr>
        <p:spPr>
          <a:xfrm>
            <a:off x="4673880" y="1604520"/>
            <a:ext cx="4015440" cy="1896840"/>
          </a:xfrm>
          <a:prstGeom prst="rect">
            <a:avLst/>
          </a:prstGeom>
        </p:spPr>
        <p:txBody>
          <a:bodyPr lIns="0" tIns="0" rIns="0" bIns="0">
            <a:normAutofit/>
          </a:bodyPr>
          <a:lstStyle/>
          <a:p>
            <a:endParaRPr lang="en-IN" sz="3200" b="0" strike="noStrike" spc="-1">
              <a:latin typeface="Arial"/>
            </a:endParaRPr>
          </a:p>
        </p:txBody>
      </p:sp>
      <p:sp>
        <p:nvSpPr>
          <p:cNvPr id="64" name="PlaceHolder 4"/>
          <p:cNvSpPr>
            <a:spLocks noGrp="1"/>
          </p:cNvSpPr>
          <p:nvPr>
            <p:ph type="body"/>
          </p:nvPr>
        </p:nvSpPr>
        <p:spPr>
          <a:xfrm>
            <a:off x="457200" y="3682080"/>
            <a:ext cx="822888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685440" y="609480"/>
            <a:ext cx="7764120" cy="1325160"/>
          </a:xfrm>
          <a:prstGeom prst="rect">
            <a:avLst/>
          </a:prstGeom>
        </p:spPr>
        <p:txBody>
          <a:bodyPr lIns="0" tIns="0" rIns="0" bIns="0" anchor="ctr">
            <a:noAutofit/>
          </a:bodyPr>
          <a:lstStyle/>
          <a:p>
            <a:pPr algn="ctr"/>
            <a:endParaRPr lang="en-IN" sz="4400" b="0" strike="noStrike" spc="-1">
              <a:latin typeface="Arial"/>
            </a:endParaRPr>
          </a:p>
        </p:txBody>
      </p:sp>
      <p:sp>
        <p:nvSpPr>
          <p:cNvPr id="66" name="PlaceHolder 2"/>
          <p:cNvSpPr>
            <a:spLocks noGrp="1"/>
          </p:cNvSpPr>
          <p:nvPr>
            <p:ph type="body"/>
          </p:nvPr>
        </p:nvSpPr>
        <p:spPr>
          <a:xfrm>
            <a:off x="457200" y="1604520"/>
            <a:ext cx="8228880" cy="1896840"/>
          </a:xfrm>
          <a:prstGeom prst="rect">
            <a:avLst/>
          </a:prstGeom>
        </p:spPr>
        <p:txBody>
          <a:bodyPr lIns="0" tIns="0" rIns="0" bIns="0">
            <a:normAutofit/>
          </a:bodyPr>
          <a:lstStyle/>
          <a:p>
            <a:endParaRPr lang="en-IN" sz="3200" b="0" strike="noStrike" spc="-1">
              <a:latin typeface="Arial"/>
            </a:endParaRPr>
          </a:p>
        </p:txBody>
      </p:sp>
      <p:sp>
        <p:nvSpPr>
          <p:cNvPr id="67" name="PlaceHolder 3"/>
          <p:cNvSpPr>
            <a:spLocks noGrp="1"/>
          </p:cNvSpPr>
          <p:nvPr>
            <p:ph type="body"/>
          </p:nvPr>
        </p:nvSpPr>
        <p:spPr>
          <a:xfrm>
            <a:off x="457200" y="3682080"/>
            <a:ext cx="822888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685440" y="609480"/>
            <a:ext cx="7764120" cy="1325160"/>
          </a:xfrm>
          <a:prstGeom prst="rect">
            <a:avLst/>
          </a:prstGeom>
        </p:spPr>
        <p:txBody>
          <a:bodyPr lIns="0" tIns="0" rIns="0" bIns="0" anchor="ctr">
            <a:noAutofit/>
          </a:bodyPr>
          <a:lstStyle/>
          <a:p>
            <a:pPr algn="ctr"/>
            <a:endParaRPr lang="en-IN" sz="4400" b="0" strike="noStrike" spc="-1">
              <a:latin typeface="Arial"/>
            </a:endParaRPr>
          </a:p>
        </p:txBody>
      </p:sp>
      <p:sp>
        <p:nvSpPr>
          <p:cNvPr id="69" name="PlaceHolder 2"/>
          <p:cNvSpPr>
            <a:spLocks noGrp="1"/>
          </p:cNvSpPr>
          <p:nvPr>
            <p:ph type="body"/>
          </p:nvPr>
        </p:nvSpPr>
        <p:spPr>
          <a:xfrm>
            <a:off x="457200" y="1604520"/>
            <a:ext cx="4015440" cy="1896840"/>
          </a:xfrm>
          <a:prstGeom prst="rect">
            <a:avLst/>
          </a:prstGeom>
        </p:spPr>
        <p:txBody>
          <a:bodyPr lIns="0" tIns="0" rIns="0" bIns="0">
            <a:normAutofit/>
          </a:bodyPr>
          <a:lstStyle/>
          <a:p>
            <a:endParaRPr lang="en-IN" sz="3200" b="0" strike="noStrike" spc="-1">
              <a:latin typeface="Arial"/>
            </a:endParaRPr>
          </a:p>
        </p:txBody>
      </p:sp>
      <p:sp>
        <p:nvSpPr>
          <p:cNvPr id="70" name="PlaceHolder 3"/>
          <p:cNvSpPr>
            <a:spLocks noGrp="1"/>
          </p:cNvSpPr>
          <p:nvPr>
            <p:ph type="body"/>
          </p:nvPr>
        </p:nvSpPr>
        <p:spPr>
          <a:xfrm>
            <a:off x="4673880" y="1604520"/>
            <a:ext cx="4015440" cy="1896840"/>
          </a:xfrm>
          <a:prstGeom prst="rect">
            <a:avLst/>
          </a:prstGeom>
        </p:spPr>
        <p:txBody>
          <a:bodyPr lIns="0" tIns="0" rIns="0" bIns="0">
            <a:normAutofit/>
          </a:bodyPr>
          <a:lstStyle/>
          <a:p>
            <a:endParaRPr lang="en-IN" sz="3200" b="0" strike="noStrike" spc="-1">
              <a:latin typeface="Arial"/>
            </a:endParaRPr>
          </a:p>
        </p:txBody>
      </p:sp>
      <p:sp>
        <p:nvSpPr>
          <p:cNvPr id="71" name="PlaceHolder 4"/>
          <p:cNvSpPr>
            <a:spLocks noGrp="1"/>
          </p:cNvSpPr>
          <p:nvPr>
            <p:ph type="body"/>
          </p:nvPr>
        </p:nvSpPr>
        <p:spPr>
          <a:xfrm>
            <a:off x="457200" y="3682080"/>
            <a:ext cx="4015440" cy="1896840"/>
          </a:xfrm>
          <a:prstGeom prst="rect">
            <a:avLst/>
          </a:prstGeom>
        </p:spPr>
        <p:txBody>
          <a:bodyPr lIns="0" tIns="0" rIns="0" bIns="0">
            <a:normAutofit/>
          </a:bodyPr>
          <a:lstStyle/>
          <a:p>
            <a:endParaRPr lang="en-IN" sz="3200" b="0" strike="noStrike" spc="-1">
              <a:latin typeface="Arial"/>
            </a:endParaRPr>
          </a:p>
        </p:txBody>
      </p:sp>
      <p:sp>
        <p:nvSpPr>
          <p:cNvPr id="72" name="PlaceHolder 5"/>
          <p:cNvSpPr>
            <a:spLocks noGrp="1"/>
          </p:cNvSpPr>
          <p:nvPr>
            <p:ph type="body"/>
          </p:nvPr>
        </p:nvSpPr>
        <p:spPr>
          <a:xfrm>
            <a:off x="4673880" y="3682080"/>
            <a:ext cx="401544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685440" y="609480"/>
            <a:ext cx="7764120" cy="1325160"/>
          </a:xfrm>
          <a:prstGeom prst="rect">
            <a:avLst/>
          </a:prstGeom>
        </p:spPr>
        <p:txBody>
          <a:bodyPr lIns="0" tIns="0" rIns="0" bIns="0" anchor="ctr">
            <a:noAutofit/>
          </a:bodyPr>
          <a:lstStyle/>
          <a:p>
            <a:pPr algn="ctr"/>
            <a:endParaRPr lang="en-IN" sz="4400" b="0" strike="noStrike" spc="-1">
              <a:latin typeface="Arial"/>
            </a:endParaRPr>
          </a:p>
        </p:txBody>
      </p:sp>
      <p:sp>
        <p:nvSpPr>
          <p:cNvPr id="74"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IN" sz="3200" b="0" strike="noStrike" spc="-1">
              <a:latin typeface="Arial"/>
            </a:endParaRPr>
          </a:p>
        </p:txBody>
      </p:sp>
      <p:sp>
        <p:nvSpPr>
          <p:cNvPr id="75"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IN" sz="3200" b="0" strike="noStrike" spc="-1">
              <a:latin typeface="Arial"/>
            </a:endParaRPr>
          </a:p>
        </p:txBody>
      </p:sp>
      <p:sp>
        <p:nvSpPr>
          <p:cNvPr id="76"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IN" sz="3200" b="0" strike="noStrike" spc="-1">
              <a:latin typeface="Arial"/>
            </a:endParaRPr>
          </a:p>
        </p:txBody>
      </p:sp>
      <p:sp>
        <p:nvSpPr>
          <p:cNvPr id="77"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IN" sz="3200" b="0" strike="noStrike" spc="-1">
              <a:latin typeface="Arial"/>
            </a:endParaRPr>
          </a:p>
        </p:txBody>
      </p:sp>
      <p:sp>
        <p:nvSpPr>
          <p:cNvPr id="78"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IN" sz="3200" b="0" strike="noStrike" spc="-1">
              <a:latin typeface="Arial"/>
            </a:endParaRPr>
          </a:p>
        </p:txBody>
      </p:sp>
      <p:sp>
        <p:nvSpPr>
          <p:cNvPr id="79"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4" name="PlaceHolder 1"/>
          <p:cNvSpPr>
            <a:spLocks noGrp="1"/>
          </p:cNvSpPr>
          <p:nvPr>
            <p:ph type="title"/>
          </p:nvPr>
        </p:nvSpPr>
        <p:spPr>
          <a:xfrm>
            <a:off x="685440" y="609480"/>
            <a:ext cx="7764120" cy="1325160"/>
          </a:xfrm>
          <a:prstGeom prst="rect">
            <a:avLst/>
          </a:prstGeom>
        </p:spPr>
        <p:txBody>
          <a:bodyPr lIns="0" tIns="0" rIns="0" bIns="0" anchor="ctr">
            <a:noAutofit/>
          </a:bodyPr>
          <a:lstStyle/>
          <a:p>
            <a:pPr algn="ctr"/>
            <a:endParaRPr lang="en-IN" sz="4400" b="0" strike="noStrike" spc="-1">
              <a:latin typeface="Arial"/>
            </a:endParaRPr>
          </a:p>
        </p:txBody>
      </p:sp>
      <p:sp>
        <p:nvSpPr>
          <p:cNvPr id="85" name="PlaceHolder 2"/>
          <p:cNvSpPr>
            <a:spLocks noGrp="1"/>
          </p:cNvSpPr>
          <p:nvPr>
            <p:ph type="subTitle"/>
          </p:nvPr>
        </p:nvSpPr>
        <p:spPr>
          <a:xfrm>
            <a:off x="457200" y="1604520"/>
            <a:ext cx="8228880" cy="3976920"/>
          </a:xfrm>
          <a:prstGeom prst="rect">
            <a:avLst/>
          </a:prstGeom>
        </p:spPr>
        <p:txBody>
          <a:bodyPr lIns="0" tIns="0" rIns="0" bIns="0" anchor="ctr">
            <a:noAutofit/>
          </a:bodyPr>
          <a:lstStyle/>
          <a:p>
            <a:pPr algn="ctr"/>
            <a:endParaRPr lang="en-IN" sz="3200" b="0" strike="noStrike" spc="-1">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6" name="PlaceHolder 1"/>
          <p:cNvSpPr>
            <a:spLocks noGrp="1"/>
          </p:cNvSpPr>
          <p:nvPr>
            <p:ph type="title"/>
          </p:nvPr>
        </p:nvSpPr>
        <p:spPr>
          <a:xfrm>
            <a:off x="685440" y="609480"/>
            <a:ext cx="7764120" cy="1325160"/>
          </a:xfrm>
          <a:prstGeom prst="rect">
            <a:avLst/>
          </a:prstGeom>
        </p:spPr>
        <p:txBody>
          <a:bodyPr lIns="0" tIns="0" rIns="0" bIns="0" anchor="ctr">
            <a:noAutofit/>
          </a:bodyPr>
          <a:lstStyle/>
          <a:p>
            <a:pPr algn="ctr"/>
            <a:endParaRPr lang="en-IN" sz="4400" b="0" strike="noStrike" spc="-1">
              <a:latin typeface="Arial"/>
            </a:endParaRPr>
          </a:p>
        </p:txBody>
      </p:sp>
      <p:sp>
        <p:nvSpPr>
          <p:cNvPr id="87" name="PlaceHolder 2"/>
          <p:cNvSpPr>
            <a:spLocks noGrp="1"/>
          </p:cNvSpPr>
          <p:nvPr>
            <p:ph type="body"/>
          </p:nvPr>
        </p:nvSpPr>
        <p:spPr>
          <a:xfrm>
            <a:off x="457200" y="1604520"/>
            <a:ext cx="8228880" cy="397692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8" name="PlaceHolder 1"/>
          <p:cNvSpPr>
            <a:spLocks noGrp="1"/>
          </p:cNvSpPr>
          <p:nvPr>
            <p:ph type="title"/>
          </p:nvPr>
        </p:nvSpPr>
        <p:spPr>
          <a:xfrm>
            <a:off x="685440" y="609480"/>
            <a:ext cx="7764120" cy="1325160"/>
          </a:xfrm>
          <a:prstGeom prst="rect">
            <a:avLst/>
          </a:prstGeom>
        </p:spPr>
        <p:txBody>
          <a:bodyPr lIns="0" tIns="0" rIns="0" bIns="0" anchor="ctr">
            <a:noAutofit/>
          </a:bodyPr>
          <a:lstStyle/>
          <a:p>
            <a:pPr algn="ctr"/>
            <a:endParaRPr lang="en-IN" sz="4400" b="0" strike="noStrike" spc="-1">
              <a:latin typeface="Arial"/>
            </a:endParaRPr>
          </a:p>
        </p:txBody>
      </p:sp>
      <p:sp>
        <p:nvSpPr>
          <p:cNvPr id="89" name="PlaceHolder 2"/>
          <p:cNvSpPr>
            <a:spLocks noGrp="1"/>
          </p:cNvSpPr>
          <p:nvPr>
            <p:ph type="body"/>
          </p:nvPr>
        </p:nvSpPr>
        <p:spPr>
          <a:xfrm>
            <a:off x="457200" y="1604520"/>
            <a:ext cx="4015440" cy="3976920"/>
          </a:xfrm>
          <a:prstGeom prst="rect">
            <a:avLst/>
          </a:prstGeom>
        </p:spPr>
        <p:txBody>
          <a:bodyPr lIns="0" tIns="0" rIns="0" bIns="0">
            <a:normAutofit/>
          </a:bodyPr>
          <a:lstStyle/>
          <a:p>
            <a:endParaRPr lang="en-IN" sz="3200" b="0" strike="noStrike" spc="-1">
              <a:latin typeface="Arial"/>
            </a:endParaRPr>
          </a:p>
        </p:txBody>
      </p:sp>
      <p:sp>
        <p:nvSpPr>
          <p:cNvPr id="90" name="PlaceHolder 3"/>
          <p:cNvSpPr>
            <a:spLocks noGrp="1"/>
          </p:cNvSpPr>
          <p:nvPr>
            <p:ph type="body"/>
          </p:nvPr>
        </p:nvSpPr>
        <p:spPr>
          <a:xfrm>
            <a:off x="4673880" y="1604520"/>
            <a:ext cx="4015440" cy="397692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1" name="PlaceHolder 1"/>
          <p:cNvSpPr>
            <a:spLocks noGrp="1"/>
          </p:cNvSpPr>
          <p:nvPr>
            <p:ph type="title"/>
          </p:nvPr>
        </p:nvSpPr>
        <p:spPr>
          <a:xfrm>
            <a:off x="685440" y="609480"/>
            <a:ext cx="7764120" cy="1325160"/>
          </a:xfrm>
          <a:prstGeom prst="rect">
            <a:avLst/>
          </a:prstGeom>
        </p:spPr>
        <p:txBody>
          <a:bodyPr lIns="0" tIns="0" rIns="0" bIns="0" anchor="ctr">
            <a:noAutofit/>
          </a:bodyPr>
          <a:lstStyle/>
          <a:p>
            <a:pPr algn="ctr"/>
            <a:endParaRPr lang="en-IN" sz="44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92" name="PlaceHolder 1"/>
          <p:cNvSpPr>
            <a:spLocks noGrp="1"/>
          </p:cNvSpPr>
          <p:nvPr>
            <p:ph type="subTitle"/>
          </p:nvPr>
        </p:nvSpPr>
        <p:spPr>
          <a:xfrm>
            <a:off x="685440" y="609480"/>
            <a:ext cx="7764120" cy="6144120"/>
          </a:xfrm>
          <a:prstGeom prst="rect">
            <a:avLst/>
          </a:prstGeom>
        </p:spPr>
        <p:txBody>
          <a:bodyPr lIns="0" tIns="0" rIns="0" bIns="0" anchor="ctr">
            <a:noAutofit/>
          </a:bodyPr>
          <a:lstStyle/>
          <a:p>
            <a:pPr algn="ctr"/>
            <a:endParaRPr lang="en-IN" sz="3200" b="0" strike="noStrike" spc="-1">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93" name="PlaceHolder 1"/>
          <p:cNvSpPr>
            <a:spLocks noGrp="1"/>
          </p:cNvSpPr>
          <p:nvPr>
            <p:ph type="title"/>
          </p:nvPr>
        </p:nvSpPr>
        <p:spPr>
          <a:xfrm>
            <a:off x="685440" y="609480"/>
            <a:ext cx="7764120" cy="1325160"/>
          </a:xfrm>
          <a:prstGeom prst="rect">
            <a:avLst/>
          </a:prstGeom>
        </p:spPr>
        <p:txBody>
          <a:bodyPr lIns="0" tIns="0" rIns="0" bIns="0" anchor="ctr">
            <a:noAutofit/>
          </a:bodyPr>
          <a:lstStyle/>
          <a:p>
            <a:pPr algn="ctr"/>
            <a:endParaRPr lang="en-IN" sz="4400" b="0" strike="noStrike" spc="-1">
              <a:latin typeface="Arial"/>
            </a:endParaRPr>
          </a:p>
        </p:txBody>
      </p:sp>
      <p:sp>
        <p:nvSpPr>
          <p:cNvPr id="94" name="PlaceHolder 2"/>
          <p:cNvSpPr>
            <a:spLocks noGrp="1"/>
          </p:cNvSpPr>
          <p:nvPr>
            <p:ph type="body"/>
          </p:nvPr>
        </p:nvSpPr>
        <p:spPr>
          <a:xfrm>
            <a:off x="457200" y="1604520"/>
            <a:ext cx="4015440" cy="1896840"/>
          </a:xfrm>
          <a:prstGeom prst="rect">
            <a:avLst/>
          </a:prstGeom>
        </p:spPr>
        <p:txBody>
          <a:bodyPr lIns="0" tIns="0" rIns="0" bIns="0">
            <a:normAutofit/>
          </a:bodyPr>
          <a:lstStyle/>
          <a:p>
            <a:endParaRPr lang="en-IN" sz="3200" b="0" strike="noStrike" spc="-1">
              <a:latin typeface="Arial"/>
            </a:endParaRPr>
          </a:p>
        </p:txBody>
      </p:sp>
      <p:sp>
        <p:nvSpPr>
          <p:cNvPr id="95" name="PlaceHolder 3"/>
          <p:cNvSpPr>
            <a:spLocks noGrp="1"/>
          </p:cNvSpPr>
          <p:nvPr>
            <p:ph type="body"/>
          </p:nvPr>
        </p:nvSpPr>
        <p:spPr>
          <a:xfrm>
            <a:off x="4673880" y="1604520"/>
            <a:ext cx="4015440" cy="3976920"/>
          </a:xfrm>
          <a:prstGeom prst="rect">
            <a:avLst/>
          </a:prstGeom>
        </p:spPr>
        <p:txBody>
          <a:bodyPr lIns="0" tIns="0" rIns="0" bIns="0">
            <a:normAutofit/>
          </a:bodyPr>
          <a:lstStyle/>
          <a:p>
            <a:endParaRPr lang="en-IN" sz="3200" b="0" strike="noStrike" spc="-1">
              <a:latin typeface="Arial"/>
            </a:endParaRPr>
          </a:p>
        </p:txBody>
      </p:sp>
      <p:sp>
        <p:nvSpPr>
          <p:cNvPr id="96" name="PlaceHolder 4"/>
          <p:cNvSpPr>
            <a:spLocks noGrp="1"/>
          </p:cNvSpPr>
          <p:nvPr>
            <p:ph type="body"/>
          </p:nvPr>
        </p:nvSpPr>
        <p:spPr>
          <a:xfrm>
            <a:off x="457200" y="3682080"/>
            <a:ext cx="401544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97" name="PlaceHolder 1"/>
          <p:cNvSpPr>
            <a:spLocks noGrp="1"/>
          </p:cNvSpPr>
          <p:nvPr>
            <p:ph type="title"/>
          </p:nvPr>
        </p:nvSpPr>
        <p:spPr>
          <a:xfrm>
            <a:off x="685440" y="609480"/>
            <a:ext cx="7764120" cy="1325160"/>
          </a:xfrm>
          <a:prstGeom prst="rect">
            <a:avLst/>
          </a:prstGeom>
        </p:spPr>
        <p:txBody>
          <a:bodyPr lIns="0" tIns="0" rIns="0" bIns="0" anchor="ctr">
            <a:noAutofit/>
          </a:bodyPr>
          <a:lstStyle/>
          <a:p>
            <a:pPr algn="ctr"/>
            <a:endParaRPr lang="en-IN" sz="4400" b="0" strike="noStrike" spc="-1">
              <a:latin typeface="Arial"/>
            </a:endParaRPr>
          </a:p>
        </p:txBody>
      </p:sp>
      <p:sp>
        <p:nvSpPr>
          <p:cNvPr id="98" name="PlaceHolder 2"/>
          <p:cNvSpPr>
            <a:spLocks noGrp="1"/>
          </p:cNvSpPr>
          <p:nvPr>
            <p:ph type="body"/>
          </p:nvPr>
        </p:nvSpPr>
        <p:spPr>
          <a:xfrm>
            <a:off x="457200" y="1604520"/>
            <a:ext cx="4015440" cy="3976920"/>
          </a:xfrm>
          <a:prstGeom prst="rect">
            <a:avLst/>
          </a:prstGeom>
        </p:spPr>
        <p:txBody>
          <a:bodyPr lIns="0" tIns="0" rIns="0" bIns="0">
            <a:normAutofit/>
          </a:bodyPr>
          <a:lstStyle/>
          <a:p>
            <a:endParaRPr lang="en-IN" sz="3200" b="0" strike="noStrike" spc="-1">
              <a:latin typeface="Arial"/>
            </a:endParaRPr>
          </a:p>
        </p:txBody>
      </p:sp>
      <p:sp>
        <p:nvSpPr>
          <p:cNvPr id="99" name="PlaceHolder 3"/>
          <p:cNvSpPr>
            <a:spLocks noGrp="1"/>
          </p:cNvSpPr>
          <p:nvPr>
            <p:ph type="body"/>
          </p:nvPr>
        </p:nvSpPr>
        <p:spPr>
          <a:xfrm>
            <a:off x="4673880" y="1604520"/>
            <a:ext cx="4015440" cy="1896840"/>
          </a:xfrm>
          <a:prstGeom prst="rect">
            <a:avLst/>
          </a:prstGeom>
        </p:spPr>
        <p:txBody>
          <a:bodyPr lIns="0" tIns="0" rIns="0" bIns="0">
            <a:normAutofit/>
          </a:bodyPr>
          <a:lstStyle/>
          <a:p>
            <a:endParaRPr lang="en-IN" sz="3200" b="0" strike="noStrike" spc="-1">
              <a:latin typeface="Arial"/>
            </a:endParaRPr>
          </a:p>
        </p:txBody>
      </p:sp>
      <p:sp>
        <p:nvSpPr>
          <p:cNvPr id="100" name="PlaceHolder 4"/>
          <p:cNvSpPr>
            <a:spLocks noGrp="1"/>
          </p:cNvSpPr>
          <p:nvPr>
            <p:ph type="body"/>
          </p:nvPr>
        </p:nvSpPr>
        <p:spPr>
          <a:xfrm>
            <a:off x="4673880" y="3682080"/>
            <a:ext cx="401544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685440" y="609480"/>
            <a:ext cx="7764120" cy="1325160"/>
          </a:xfrm>
          <a:prstGeom prst="rect">
            <a:avLst/>
          </a:prstGeom>
        </p:spPr>
        <p:txBody>
          <a:bodyPr lIns="0" tIns="0" rIns="0" bIns="0" anchor="ctr">
            <a:noAutofit/>
          </a:bodyPr>
          <a:lstStyle/>
          <a:p>
            <a:pPr algn="ctr"/>
            <a:endParaRPr lang="en-IN" sz="4400" b="0" strike="noStrike" spc="-1">
              <a:latin typeface="Arial"/>
            </a:endParaRPr>
          </a:p>
        </p:txBody>
      </p:sp>
      <p:sp>
        <p:nvSpPr>
          <p:cNvPr id="102" name="PlaceHolder 2"/>
          <p:cNvSpPr>
            <a:spLocks noGrp="1"/>
          </p:cNvSpPr>
          <p:nvPr>
            <p:ph type="body"/>
          </p:nvPr>
        </p:nvSpPr>
        <p:spPr>
          <a:xfrm>
            <a:off x="457200" y="1604520"/>
            <a:ext cx="4015440" cy="1896840"/>
          </a:xfrm>
          <a:prstGeom prst="rect">
            <a:avLst/>
          </a:prstGeom>
        </p:spPr>
        <p:txBody>
          <a:bodyPr lIns="0" tIns="0" rIns="0" bIns="0">
            <a:normAutofit/>
          </a:bodyPr>
          <a:lstStyle/>
          <a:p>
            <a:endParaRPr lang="en-IN" sz="3200" b="0" strike="noStrike" spc="-1">
              <a:latin typeface="Arial"/>
            </a:endParaRPr>
          </a:p>
        </p:txBody>
      </p:sp>
      <p:sp>
        <p:nvSpPr>
          <p:cNvPr id="103" name="PlaceHolder 3"/>
          <p:cNvSpPr>
            <a:spLocks noGrp="1"/>
          </p:cNvSpPr>
          <p:nvPr>
            <p:ph type="body"/>
          </p:nvPr>
        </p:nvSpPr>
        <p:spPr>
          <a:xfrm>
            <a:off x="4673880" y="1604520"/>
            <a:ext cx="4015440" cy="1896840"/>
          </a:xfrm>
          <a:prstGeom prst="rect">
            <a:avLst/>
          </a:prstGeom>
        </p:spPr>
        <p:txBody>
          <a:bodyPr lIns="0" tIns="0" rIns="0" bIns="0">
            <a:normAutofit/>
          </a:bodyPr>
          <a:lstStyle/>
          <a:p>
            <a:endParaRPr lang="en-IN" sz="3200" b="0" strike="noStrike" spc="-1">
              <a:latin typeface="Arial"/>
            </a:endParaRPr>
          </a:p>
        </p:txBody>
      </p:sp>
      <p:sp>
        <p:nvSpPr>
          <p:cNvPr id="104" name="PlaceHolder 4"/>
          <p:cNvSpPr>
            <a:spLocks noGrp="1"/>
          </p:cNvSpPr>
          <p:nvPr>
            <p:ph type="body"/>
          </p:nvPr>
        </p:nvSpPr>
        <p:spPr>
          <a:xfrm>
            <a:off x="457200" y="3682080"/>
            <a:ext cx="822888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05" name="PlaceHolder 1"/>
          <p:cNvSpPr>
            <a:spLocks noGrp="1"/>
          </p:cNvSpPr>
          <p:nvPr>
            <p:ph type="title"/>
          </p:nvPr>
        </p:nvSpPr>
        <p:spPr>
          <a:xfrm>
            <a:off x="685440" y="609480"/>
            <a:ext cx="7764120" cy="1325160"/>
          </a:xfrm>
          <a:prstGeom prst="rect">
            <a:avLst/>
          </a:prstGeom>
        </p:spPr>
        <p:txBody>
          <a:bodyPr lIns="0" tIns="0" rIns="0" bIns="0" anchor="ctr">
            <a:noAutofit/>
          </a:bodyPr>
          <a:lstStyle/>
          <a:p>
            <a:pPr algn="ctr"/>
            <a:endParaRPr lang="en-IN" sz="4400" b="0" strike="noStrike" spc="-1">
              <a:latin typeface="Arial"/>
            </a:endParaRPr>
          </a:p>
        </p:txBody>
      </p:sp>
      <p:sp>
        <p:nvSpPr>
          <p:cNvPr id="106" name="PlaceHolder 2"/>
          <p:cNvSpPr>
            <a:spLocks noGrp="1"/>
          </p:cNvSpPr>
          <p:nvPr>
            <p:ph type="body"/>
          </p:nvPr>
        </p:nvSpPr>
        <p:spPr>
          <a:xfrm>
            <a:off x="457200" y="1604520"/>
            <a:ext cx="8228880" cy="1896840"/>
          </a:xfrm>
          <a:prstGeom prst="rect">
            <a:avLst/>
          </a:prstGeom>
        </p:spPr>
        <p:txBody>
          <a:bodyPr lIns="0" tIns="0" rIns="0" bIns="0">
            <a:normAutofit/>
          </a:bodyPr>
          <a:lstStyle/>
          <a:p>
            <a:endParaRPr lang="en-IN" sz="3200" b="0" strike="noStrike" spc="-1">
              <a:latin typeface="Arial"/>
            </a:endParaRPr>
          </a:p>
        </p:txBody>
      </p:sp>
      <p:sp>
        <p:nvSpPr>
          <p:cNvPr id="107" name="PlaceHolder 3"/>
          <p:cNvSpPr>
            <a:spLocks noGrp="1"/>
          </p:cNvSpPr>
          <p:nvPr>
            <p:ph type="body"/>
          </p:nvPr>
        </p:nvSpPr>
        <p:spPr>
          <a:xfrm>
            <a:off x="457200" y="3682080"/>
            <a:ext cx="822888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685440" y="609480"/>
            <a:ext cx="7764120" cy="1325160"/>
          </a:xfrm>
          <a:prstGeom prst="rect">
            <a:avLst/>
          </a:prstGeom>
        </p:spPr>
        <p:txBody>
          <a:bodyPr lIns="0" tIns="0" rIns="0" bIns="0" anchor="ctr">
            <a:noAutofit/>
          </a:bodyPr>
          <a:lstStyle/>
          <a:p>
            <a:pPr algn="ctr"/>
            <a:endParaRPr lang="en-IN" sz="4400" b="0" strike="noStrike" spc="-1">
              <a:latin typeface="Arial"/>
            </a:endParaRPr>
          </a:p>
        </p:txBody>
      </p:sp>
      <p:sp>
        <p:nvSpPr>
          <p:cNvPr id="109" name="PlaceHolder 2"/>
          <p:cNvSpPr>
            <a:spLocks noGrp="1"/>
          </p:cNvSpPr>
          <p:nvPr>
            <p:ph type="body"/>
          </p:nvPr>
        </p:nvSpPr>
        <p:spPr>
          <a:xfrm>
            <a:off x="457200" y="1604520"/>
            <a:ext cx="4015440" cy="1896840"/>
          </a:xfrm>
          <a:prstGeom prst="rect">
            <a:avLst/>
          </a:prstGeom>
        </p:spPr>
        <p:txBody>
          <a:bodyPr lIns="0" tIns="0" rIns="0" bIns="0">
            <a:normAutofit/>
          </a:bodyPr>
          <a:lstStyle/>
          <a:p>
            <a:endParaRPr lang="en-IN" sz="3200" b="0" strike="noStrike" spc="-1">
              <a:latin typeface="Arial"/>
            </a:endParaRPr>
          </a:p>
        </p:txBody>
      </p:sp>
      <p:sp>
        <p:nvSpPr>
          <p:cNvPr id="110" name="PlaceHolder 3"/>
          <p:cNvSpPr>
            <a:spLocks noGrp="1"/>
          </p:cNvSpPr>
          <p:nvPr>
            <p:ph type="body"/>
          </p:nvPr>
        </p:nvSpPr>
        <p:spPr>
          <a:xfrm>
            <a:off x="4673880" y="1604520"/>
            <a:ext cx="4015440" cy="1896840"/>
          </a:xfrm>
          <a:prstGeom prst="rect">
            <a:avLst/>
          </a:prstGeom>
        </p:spPr>
        <p:txBody>
          <a:bodyPr lIns="0" tIns="0" rIns="0" bIns="0">
            <a:normAutofit/>
          </a:bodyPr>
          <a:lstStyle/>
          <a:p>
            <a:endParaRPr lang="en-IN" sz="3200" b="0" strike="noStrike" spc="-1">
              <a:latin typeface="Arial"/>
            </a:endParaRPr>
          </a:p>
        </p:txBody>
      </p:sp>
      <p:sp>
        <p:nvSpPr>
          <p:cNvPr id="111" name="PlaceHolder 4"/>
          <p:cNvSpPr>
            <a:spLocks noGrp="1"/>
          </p:cNvSpPr>
          <p:nvPr>
            <p:ph type="body"/>
          </p:nvPr>
        </p:nvSpPr>
        <p:spPr>
          <a:xfrm>
            <a:off x="457200" y="3682080"/>
            <a:ext cx="4015440" cy="1896840"/>
          </a:xfrm>
          <a:prstGeom prst="rect">
            <a:avLst/>
          </a:prstGeom>
        </p:spPr>
        <p:txBody>
          <a:bodyPr lIns="0" tIns="0" rIns="0" bIns="0">
            <a:normAutofit/>
          </a:bodyPr>
          <a:lstStyle/>
          <a:p>
            <a:endParaRPr lang="en-IN" sz="3200" b="0" strike="noStrike" spc="-1">
              <a:latin typeface="Arial"/>
            </a:endParaRPr>
          </a:p>
        </p:txBody>
      </p:sp>
      <p:sp>
        <p:nvSpPr>
          <p:cNvPr id="112" name="PlaceHolder 5"/>
          <p:cNvSpPr>
            <a:spLocks noGrp="1"/>
          </p:cNvSpPr>
          <p:nvPr>
            <p:ph type="body"/>
          </p:nvPr>
        </p:nvSpPr>
        <p:spPr>
          <a:xfrm>
            <a:off x="4673880" y="3682080"/>
            <a:ext cx="401544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13" name="PlaceHolder 1"/>
          <p:cNvSpPr>
            <a:spLocks noGrp="1"/>
          </p:cNvSpPr>
          <p:nvPr>
            <p:ph type="title"/>
          </p:nvPr>
        </p:nvSpPr>
        <p:spPr>
          <a:xfrm>
            <a:off x="685440" y="609480"/>
            <a:ext cx="7764120" cy="1325160"/>
          </a:xfrm>
          <a:prstGeom prst="rect">
            <a:avLst/>
          </a:prstGeom>
        </p:spPr>
        <p:txBody>
          <a:bodyPr lIns="0" tIns="0" rIns="0" bIns="0" anchor="ctr">
            <a:noAutofit/>
          </a:bodyPr>
          <a:lstStyle/>
          <a:p>
            <a:pPr algn="ctr"/>
            <a:endParaRPr lang="en-IN" sz="4400" b="0" strike="noStrike" spc="-1">
              <a:latin typeface="Arial"/>
            </a:endParaRPr>
          </a:p>
        </p:txBody>
      </p:sp>
      <p:sp>
        <p:nvSpPr>
          <p:cNvPr id="114"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IN" sz="3200" b="0" strike="noStrike" spc="-1">
              <a:latin typeface="Arial"/>
            </a:endParaRPr>
          </a:p>
        </p:txBody>
      </p:sp>
      <p:sp>
        <p:nvSpPr>
          <p:cNvPr id="115"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IN" sz="3200" b="0" strike="noStrike" spc="-1">
              <a:latin typeface="Arial"/>
            </a:endParaRPr>
          </a:p>
        </p:txBody>
      </p:sp>
      <p:sp>
        <p:nvSpPr>
          <p:cNvPr id="116"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IN" sz="3200" b="0" strike="noStrike" spc="-1">
              <a:latin typeface="Arial"/>
            </a:endParaRPr>
          </a:p>
        </p:txBody>
      </p:sp>
      <p:sp>
        <p:nvSpPr>
          <p:cNvPr id="117"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IN" sz="3200" b="0" strike="noStrike" spc="-1">
              <a:latin typeface="Arial"/>
            </a:endParaRPr>
          </a:p>
        </p:txBody>
      </p:sp>
      <p:sp>
        <p:nvSpPr>
          <p:cNvPr id="118"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IN" sz="3200" b="0" strike="noStrike" spc="-1">
              <a:latin typeface="Arial"/>
            </a:endParaRPr>
          </a:p>
        </p:txBody>
      </p:sp>
      <p:sp>
        <p:nvSpPr>
          <p:cNvPr id="119"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6" Type="http://schemas.openxmlformats.org/officeDocument/2006/relationships/image" Target="../media/image2.png"/><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image" Target="../media/image4.jpeg"/><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theme" Target="../theme/theme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2.pn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image" Target="../media/image4.jpeg"/><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5"/>
          <a:stretch/>
        </a:blipFill>
        <a:effectLst/>
      </p:bgPr>
    </p:bg>
    <p:spTree>
      <p:nvGrpSpPr>
        <p:cNvPr id="1" name=""/>
        <p:cNvGrpSpPr/>
        <p:nvPr/>
      </p:nvGrpSpPr>
      <p:grpSpPr>
        <a:xfrm>
          <a:off x="0" y="0"/>
          <a:ext cx="0" cy="0"/>
          <a:chOff x="0" y="0"/>
          <a:chExt cx="0" cy="0"/>
        </a:xfrm>
      </p:grpSpPr>
      <p:pic>
        <p:nvPicPr>
          <p:cNvPr id="5" name="Picture 6" descr="\\161.9.45.212\samba\new niat logo.jpg"/>
          <p:cNvPicPr/>
          <p:nvPr/>
        </p:nvPicPr>
        <p:blipFill>
          <a:blip r:embed="rId16"/>
          <a:stretch/>
        </p:blipFill>
        <p:spPr>
          <a:xfrm>
            <a:off x="8534520" y="0"/>
            <a:ext cx="608400" cy="741960"/>
          </a:xfrm>
          <a:prstGeom prst="rect">
            <a:avLst/>
          </a:prstGeom>
          <a:ln w="9360">
            <a:noFill/>
          </a:ln>
        </p:spPr>
      </p:pic>
      <p:sp>
        <p:nvSpPr>
          <p:cNvPr id="2" name="PlaceHolder 2"/>
          <p:cNvSpPr>
            <a:spLocks noGrp="1"/>
          </p:cNvSpPr>
          <p:nvPr>
            <p:ph type="title"/>
          </p:nvPr>
        </p:nvSpPr>
        <p:spPr>
          <a:xfrm>
            <a:off x="457200" y="273600"/>
            <a:ext cx="8229240" cy="1144800"/>
          </a:xfrm>
          <a:prstGeom prst="rect">
            <a:avLst/>
          </a:prstGeom>
        </p:spPr>
        <p:txBody>
          <a:bodyPr lIns="0" tIns="0" rIns="0" bIns="0" anchor="ctr">
            <a:noAutofit/>
          </a:bodyPr>
          <a:lstStyle/>
          <a:p>
            <a:pPr algn="ctr"/>
            <a:r>
              <a:rPr lang="en-IN" sz="4400" b="0" strike="noStrike" spc="-1">
                <a:latin typeface="Arial"/>
              </a:rPr>
              <a:t>Click to edit the title text format</a:t>
            </a:r>
          </a:p>
        </p:txBody>
      </p:sp>
      <p:sp>
        <p:nvSpPr>
          <p:cNvPr id="3" name="PlaceHolder 3"/>
          <p:cNvSpPr>
            <a:spLocks noGrp="1"/>
          </p:cNvSpPr>
          <p:nvPr>
            <p:ph type="body"/>
          </p:nvPr>
        </p:nvSpPr>
        <p:spPr>
          <a:xfrm>
            <a:off x="457200" y="1604520"/>
            <a:ext cx="8229240" cy="3977280"/>
          </a:xfrm>
          <a:prstGeom prst="rect">
            <a:avLst/>
          </a:prstGeom>
        </p:spPr>
        <p:txBody>
          <a:bodyPr lIns="0" tIns="0" rIns="0" bIns="0">
            <a:normAutofit/>
          </a:bodyPr>
          <a:lstStyle/>
          <a:p>
            <a:pPr marL="432000" indent="-324000">
              <a:spcBef>
                <a:spcPts val="1417"/>
              </a:spcBef>
              <a:buClr>
                <a:srgbClr val="FFFFFF"/>
              </a:buClr>
              <a:buSzPct val="45000"/>
              <a:buFont typeface="Wingdings" charset="2"/>
              <a:buChar char=""/>
            </a:pPr>
            <a:r>
              <a:rPr lang="en-IN" sz="3200" b="0" strike="noStrike" spc="-1">
                <a:latin typeface="Arial"/>
              </a:rPr>
              <a:t>Click to edit the outline text format</a:t>
            </a:r>
          </a:p>
          <a:p>
            <a:pPr marL="864000" lvl="1" indent="-324000">
              <a:spcBef>
                <a:spcPts val="1134"/>
              </a:spcBef>
              <a:buClr>
                <a:srgbClr val="FFFFFF"/>
              </a:buClr>
              <a:buSzPct val="75000"/>
              <a:buFont typeface="Symbol" charset="2"/>
              <a:buChar char=""/>
            </a:pPr>
            <a:r>
              <a:rPr lang="en-IN" sz="2800" b="0" strike="noStrike" spc="-1">
                <a:latin typeface="Arial"/>
              </a:rPr>
              <a:t>Second Outline Level</a:t>
            </a:r>
          </a:p>
          <a:p>
            <a:pPr marL="1296000" lvl="2" indent="-288000">
              <a:spcBef>
                <a:spcPts val="850"/>
              </a:spcBef>
              <a:buClr>
                <a:srgbClr val="FFFFFF"/>
              </a:buClr>
              <a:buSzPct val="45000"/>
              <a:buFont typeface="Wingdings" charset="2"/>
              <a:buChar char=""/>
            </a:pPr>
            <a:r>
              <a:rPr lang="en-IN" sz="2400" b="0" strike="noStrike" spc="-1">
                <a:latin typeface="Arial"/>
              </a:rPr>
              <a:t>Third Outline Level</a:t>
            </a:r>
          </a:p>
          <a:p>
            <a:pPr marL="1728000" lvl="3" indent="-216000">
              <a:spcBef>
                <a:spcPts val="567"/>
              </a:spcBef>
              <a:buClr>
                <a:srgbClr val="FFFFFF"/>
              </a:buClr>
              <a:buSzPct val="75000"/>
              <a:buFont typeface="Symbol" charset="2"/>
              <a:buChar char=""/>
            </a:pPr>
            <a:r>
              <a:rPr lang="en-IN" sz="2000" b="0" strike="noStrike" spc="-1">
                <a:latin typeface="Arial"/>
              </a:rPr>
              <a:t>Fourth Outline Level</a:t>
            </a:r>
          </a:p>
          <a:p>
            <a:pPr marL="2160000" lvl="4" indent="-216000">
              <a:spcBef>
                <a:spcPts val="283"/>
              </a:spcBef>
              <a:buClr>
                <a:srgbClr val="FFFFFF"/>
              </a:buClr>
              <a:buSzPct val="45000"/>
              <a:buFont typeface="Wingdings" charset="2"/>
              <a:buChar char=""/>
            </a:pPr>
            <a:r>
              <a:rPr lang="en-IN" sz="2000" b="0" strike="noStrike" spc="-1">
                <a:latin typeface="Arial"/>
              </a:rPr>
              <a:t>Fifth Outline Level</a:t>
            </a:r>
          </a:p>
          <a:p>
            <a:pPr marL="2592000" lvl="5" indent="-216000">
              <a:spcBef>
                <a:spcPts val="283"/>
              </a:spcBef>
              <a:buClr>
                <a:srgbClr val="FFFFFF"/>
              </a:buClr>
              <a:buSzPct val="45000"/>
              <a:buFont typeface="Wingdings" charset="2"/>
              <a:buChar char=""/>
            </a:pPr>
            <a:r>
              <a:rPr lang="en-IN" sz="2000" b="0" strike="noStrike" spc="-1">
                <a:latin typeface="Arial"/>
              </a:rPr>
              <a:t>Sixth Outline Level</a:t>
            </a:r>
          </a:p>
          <a:p>
            <a:pPr marL="3024000" lvl="6" indent="-216000">
              <a:spcBef>
                <a:spcPts val="283"/>
              </a:spcBef>
              <a:buClr>
                <a:srgbClr val="FFFFFF"/>
              </a:buClr>
              <a:buSzPct val="45000"/>
              <a:buFont typeface="Wingdings" charset="2"/>
              <a:buChar char=""/>
            </a:pPr>
            <a:r>
              <a:rPr lang="en-IN" sz="2000" b="0" strike="noStrike" spc="-1">
                <a:latin typeface="Arial"/>
              </a:rPr>
              <a:t>Seventh Outline Level</a:t>
            </a:r>
          </a:p>
        </p:txBody>
      </p:sp>
      <p:pic>
        <p:nvPicPr>
          <p:cNvPr id="7" name="Picture 2">
            <a:extLst>
              <a:ext uri="{FF2B5EF4-FFF2-40B4-BE49-F238E27FC236}">
                <a16:creationId xmlns:a16="http://schemas.microsoft.com/office/drawing/2014/main" id="{942EBF3F-4718-42BD-AFBD-819A63595575}"/>
              </a:ext>
            </a:extLst>
          </p:cNvPr>
          <p:cNvPicPr/>
          <p:nvPr userDrawn="1"/>
        </p:nvPicPr>
        <p:blipFill>
          <a:blip r:embed="rId17"/>
          <a:stretch/>
        </p:blipFill>
        <p:spPr>
          <a:xfrm>
            <a:off x="-152280" y="-84240"/>
            <a:ext cx="1083240" cy="8460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87"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blipFill>
        <a:effectLst/>
      </p:bgPr>
    </p:bg>
    <p:spTree>
      <p:nvGrpSpPr>
        <p:cNvPr id="1" name=""/>
        <p:cNvGrpSpPr/>
        <p:nvPr/>
      </p:nvGrpSpPr>
      <p:grpSpPr>
        <a:xfrm>
          <a:off x="0" y="0"/>
          <a:ext cx="0" cy="0"/>
          <a:chOff x="0" y="0"/>
          <a:chExt cx="0" cy="0"/>
        </a:xfrm>
      </p:grpSpPr>
      <p:sp>
        <p:nvSpPr>
          <p:cNvPr id="40" name="CustomShape 1"/>
          <p:cNvSpPr/>
          <p:nvPr/>
        </p:nvSpPr>
        <p:spPr>
          <a:xfrm>
            <a:off x="0" y="0"/>
            <a:ext cx="692280" cy="684720"/>
          </a:xfrm>
          <a:prstGeom prst="ellipse">
            <a:avLst/>
          </a:prstGeom>
          <a:blipFill rotWithShape="0">
            <a:blip r:embed="rId15"/>
            <a:stretch/>
          </a:blipFill>
          <a:ln w="9360">
            <a:noFill/>
          </a:ln>
          <a:effectLst>
            <a:outerShdw dist="28080" dir="5400000">
              <a:srgbClr val="000000">
                <a:alpha val="32000"/>
              </a:srgbClr>
            </a:outerShdw>
          </a:effectLst>
        </p:spPr>
        <p:style>
          <a:lnRef idx="0">
            <a:scrgbClr r="0" g="0" b="0"/>
          </a:lnRef>
          <a:fillRef idx="0">
            <a:scrgbClr r="0" g="0" b="0"/>
          </a:fillRef>
          <a:effectRef idx="0">
            <a:scrgbClr r="0" g="0" b="0"/>
          </a:effectRef>
          <a:fontRef idx="minor"/>
        </p:style>
      </p:sp>
      <p:pic>
        <p:nvPicPr>
          <p:cNvPr id="41" name="Picture 6" descr="\\161.9.45.212\samba\new niat logo.jpg"/>
          <p:cNvPicPr/>
          <p:nvPr/>
        </p:nvPicPr>
        <p:blipFill>
          <a:blip r:embed="rId16"/>
          <a:stretch/>
        </p:blipFill>
        <p:spPr>
          <a:xfrm>
            <a:off x="8534520" y="0"/>
            <a:ext cx="608400" cy="741960"/>
          </a:xfrm>
          <a:prstGeom prst="rect">
            <a:avLst/>
          </a:prstGeom>
          <a:ln w="9360">
            <a:noFill/>
          </a:ln>
        </p:spPr>
      </p:pic>
      <p:sp>
        <p:nvSpPr>
          <p:cNvPr id="42" name="PlaceHolder 2"/>
          <p:cNvSpPr>
            <a:spLocks noGrp="1"/>
          </p:cNvSpPr>
          <p:nvPr>
            <p:ph type="title"/>
          </p:nvPr>
        </p:nvSpPr>
        <p:spPr>
          <a:xfrm>
            <a:off x="457200" y="273600"/>
            <a:ext cx="8229240" cy="1144800"/>
          </a:xfrm>
          <a:prstGeom prst="rect">
            <a:avLst/>
          </a:prstGeom>
        </p:spPr>
        <p:txBody>
          <a:bodyPr lIns="0" tIns="0" rIns="0" bIns="0" anchor="ctr">
            <a:noAutofit/>
          </a:bodyPr>
          <a:lstStyle/>
          <a:p>
            <a:pPr algn="ctr"/>
            <a:r>
              <a:rPr lang="en-IN" sz="4400" b="0" strike="noStrike" spc="-1">
                <a:latin typeface="Arial"/>
              </a:rPr>
              <a:t>Click to edit the title text format</a:t>
            </a:r>
          </a:p>
        </p:txBody>
      </p:sp>
      <p:sp>
        <p:nvSpPr>
          <p:cNvPr id="43" name="PlaceHolder 3"/>
          <p:cNvSpPr>
            <a:spLocks noGrp="1"/>
          </p:cNvSpPr>
          <p:nvPr>
            <p:ph type="body"/>
          </p:nvPr>
        </p:nvSpPr>
        <p:spPr>
          <a:xfrm>
            <a:off x="457200" y="1604520"/>
            <a:ext cx="8229240" cy="3977280"/>
          </a:xfrm>
          <a:prstGeom prst="rect">
            <a:avLst/>
          </a:prstGeom>
        </p:spPr>
        <p:txBody>
          <a:bodyPr lIns="0" tIns="0" rIns="0" bIns="0">
            <a:normAutofit/>
          </a:bodyPr>
          <a:lstStyle/>
          <a:p>
            <a:pPr marL="432000" indent="-324000">
              <a:spcBef>
                <a:spcPts val="1417"/>
              </a:spcBef>
              <a:buClr>
                <a:srgbClr val="FFFFFF"/>
              </a:buClr>
              <a:buSzPct val="45000"/>
              <a:buFont typeface="Wingdings" charset="2"/>
              <a:buChar char=""/>
            </a:pPr>
            <a:r>
              <a:rPr lang="en-IN" sz="3200" b="0" strike="noStrike" spc="-1">
                <a:latin typeface="Arial"/>
              </a:rPr>
              <a:t>Click to edit the outline text format</a:t>
            </a:r>
          </a:p>
          <a:p>
            <a:pPr marL="864000" lvl="1" indent="-324000">
              <a:spcBef>
                <a:spcPts val="1134"/>
              </a:spcBef>
              <a:buClr>
                <a:srgbClr val="FFFFFF"/>
              </a:buClr>
              <a:buSzPct val="75000"/>
              <a:buFont typeface="Symbol" charset="2"/>
              <a:buChar char=""/>
            </a:pPr>
            <a:r>
              <a:rPr lang="en-IN" sz="2800" b="0" strike="noStrike" spc="-1">
                <a:latin typeface="Arial"/>
              </a:rPr>
              <a:t>Second Outline Level</a:t>
            </a:r>
          </a:p>
          <a:p>
            <a:pPr marL="1296000" lvl="2" indent="-288000">
              <a:spcBef>
                <a:spcPts val="850"/>
              </a:spcBef>
              <a:buClr>
                <a:srgbClr val="FFFFFF"/>
              </a:buClr>
              <a:buSzPct val="45000"/>
              <a:buFont typeface="Wingdings" charset="2"/>
              <a:buChar char=""/>
            </a:pPr>
            <a:r>
              <a:rPr lang="en-IN" sz="2400" b="0" strike="noStrike" spc="-1">
                <a:latin typeface="Arial"/>
              </a:rPr>
              <a:t>Third Outline Level</a:t>
            </a:r>
          </a:p>
          <a:p>
            <a:pPr marL="1728000" lvl="3" indent="-216000">
              <a:spcBef>
                <a:spcPts val="567"/>
              </a:spcBef>
              <a:buClr>
                <a:srgbClr val="FFFFFF"/>
              </a:buClr>
              <a:buSzPct val="75000"/>
              <a:buFont typeface="Symbol" charset="2"/>
              <a:buChar char=""/>
            </a:pPr>
            <a:r>
              <a:rPr lang="en-IN" sz="2000" b="0" strike="noStrike" spc="-1">
                <a:latin typeface="Arial"/>
              </a:rPr>
              <a:t>Fourth Outline Level</a:t>
            </a:r>
          </a:p>
          <a:p>
            <a:pPr marL="2160000" lvl="4" indent="-216000">
              <a:spcBef>
                <a:spcPts val="283"/>
              </a:spcBef>
              <a:buClr>
                <a:srgbClr val="FFFFFF"/>
              </a:buClr>
              <a:buSzPct val="45000"/>
              <a:buFont typeface="Wingdings" charset="2"/>
              <a:buChar char=""/>
            </a:pPr>
            <a:r>
              <a:rPr lang="en-IN" sz="2000" b="0" strike="noStrike" spc="-1">
                <a:latin typeface="Arial"/>
              </a:rPr>
              <a:t>Fifth Outline Level</a:t>
            </a:r>
          </a:p>
          <a:p>
            <a:pPr marL="2592000" lvl="5" indent="-216000">
              <a:spcBef>
                <a:spcPts val="283"/>
              </a:spcBef>
              <a:buClr>
                <a:srgbClr val="FFFFFF"/>
              </a:buClr>
              <a:buSzPct val="45000"/>
              <a:buFont typeface="Wingdings" charset="2"/>
              <a:buChar char=""/>
            </a:pPr>
            <a:r>
              <a:rPr lang="en-IN" sz="2000" b="0" strike="noStrike" spc="-1">
                <a:latin typeface="Arial"/>
              </a:rPr>
              <a:t>Sixth Outline Level</a:t>
            </a:r>
          </a:p>
          <a:p>
            <a:pPr marL="3024000" lvl="6" indent="-216000">
              <a:spcBef>
                <a:spcPts val="283"/>
              </a:spcBef>
              <a:buClr>
                <a:srgbClr val="FFFFFF"/>
              </a:buClr>
              <a:buSzPct val="45000"/>
              <a:buFont typeface="Wingdings" charset="2"/>
              <a:buChar char=""/>
            </a:pPr>
            <a:r>
              <a:rPr lang="en-IN"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blipFill>
        <a:effectLst/>
      </p:bgPr>
    </p:bg>
    <p:spTree>
      <p:nvGrpSpPr>
        <p:cNvPr id="1" name=""/>
        <p:cNvGrpSpPr/>
        <p:nvPr/>
      </p:nvGrpSpPr>
      <p:grpSpPr>
        <a:xfrm>
          <a:off x="0" y="0"/>
          <a:ext cx="0" cy="0"/>
          <a:chOff x="0" y="0"/>
          <a:chExt cx="0" cy="0"/>
        </a:xfrm>
      </p:grpSpPr>
      <p:sp>
        <p:nvSpPr>
          <p:cNvPr id="80" name="CustomShape 1"/>
          <p:cNvSpPr/>
          <p:nvPr/>
        </p:nvSpPr>
        <p:spPr>
          <a:xfrm>
            <a:off x="0" y="0"/>
            <a:ext cx="692280" cy="684720"/>
          </a:xfrm>
          <a:prstGeom prst="ellipse">
            <a:avLst/>
          </a:prstGeom>
          <a:blipFill rotWithShape="0">
            <a:blip r:embed="rId15"/>
            <a:stretch/>
          </a:blipFill>
          <a:ln w="9360">
            <a:noFill/>
          </a:ln>
          <a:effectLst>
            <a:outerShdw dist="28080" dir="5400000">
              <a:srgbClr val="000000">
                <a:alpha val="32000"/>
              </a:srgbClr>
            </a:outerShdw>
          </a:effectLst>
        </p:spPr>
        <p:style>
          <a:lnRef idx="0">
            <a:scrgbClr r="0" g="0" b="0"/>
          </a:lnRef>
          <a:fillRef idx="0">
            <a:scrgbClr r="0" g="0" b="0"/>
          </a:fillRef>
          <a:effectRef idx="0">
            <a:scrgbClr r="0" g="0" b="0"/>
          </a:effectRef>
          <a:fontRef idx="minor"/>
        </p:style>
      </p:sp>
      <p:pic>
        <p:nvPicPr>
          <p:cNvPr id="81" name="Picture 6" descr="\\161.9.45.212\samba\new niat logo.jpg"/>
          <p:cNvPicPr/>
          <p:nvPr/>
        </p:nvPicPr>
        <p:blipFill>
          <a:blip r:embed="rId16"/>
          <a:stretch/>
        </p:blipFill>
        <p:spPr>
          <a:xfrm>
            <a:off x="8534520" y="0"/>
            <a:ext cx="608400" cy="741960"/>
          </a:xfrm>
          <a:prstGeom prst="rect">
            <a:avLst/>
          </a:prstGeom>
          <a:ln w="9360">
            <a:noFill/>
          </a:ln>
        </p:spPr>
      </p:pic>
      <p:sp>
        <p:nvSpPr>
          <p:cNvPr id="82" name="PlaceHolder 2"/>
          <p:cNvSpPr>
            <a:spLocks noGrp="1"/>
          </p:cNvSpPr>
          <p:nvPr>
            <p:ph type="title"/>
          </p:nvPr>
        </p:nvSpPr>
        <p:spPr>
          <a:xfrm>
            <a:off x="685440" y="609480"/>
            <a:ext cx="7764120" cy="1325160"/>
          </a:xfrm>
          <a:prstGeom prst="rect">
            <a:avLst/>
          </a:prstGeom>
        </p:spPr>
        <p:txBody>
          <a:bodyPr lIns="0" tIns="0" rIns="0" bIns="0" anchor="ctr">
            <a:noAutofit/>
          </a:bodyPr>
          <a:lstStyle/>
          <a:p>
            <a:pPr algn="ctr"/>
            <a:r>
              <a:rPr lang="en-IN" sz="4400" b="0" strike="noStrike" spc="-1">
                <a:latin typeface="Arial"/>
              </a:rPr>
              <a:t>Click to edit the title text format</a:t>
            </a:r>
          </a:p>
        </p:txBody>
      </p:sp>
      <p:sp>
        <p:nvSpPr>
          <p:cNvPr id="83" name="PlaceHolder 3"/>
          <p:cNvSpPr>
            <a:spLocks noGrp="1"/>
          </p:cNvSpPr>
          <p:nvPr>
            <p:ph type="body"/>
          </p:nvPr>
        </p:nvSpPr>
        <p:spPr>
          <a:xfrm>
            <a:off x="457200" y="1604520"/>
            <a:ext cx="8228880" cy="3976920"/>
          </a:xfrm>
          <a:prstGeom prst="rect">
            <a:avLst/>
          </a:prstGeom>
        </p:spPr>
        <p:txBody>
          <a:bodyPr lIns="0" tIns="0" rIns="0" bIns="0">
            <a:normAutofit/>
          </a:bodyPr>
          <a:lstStyle/>
          <a:p>
            <a:pPr marL="432000" indent="-324000">
              <a:spcBef>
                <a:spcPts val="1417"/>
              </a:spcBef>
              <a:buClr>
                <a:srgbClr val="FFFFFF"/>
              </a:buClr>
              <a:buSzPct val="45000"/>
              <a:buFont typeface="Wingdings" charset="2"/>
              <a:buChar char=""/>
            </a:pPr>
            <a:r>
              <a:rPr lang="en-IN" sz="3200" b="0" strike="noStrike" spc="-1">
                <a:latin typeface="Arial"/>
              </a:rPr>
              <a:t>Click to edit the outline text format</a:t>
            </a:r>
          </a:p>
          <a:p>
            <a:pPr marL="864000" lvl="1" indent="-324000">
              <a:spcBef>
                <a:spcPts val="1134"/>
              </a:spcBef>
              <a:buClr>
                <a:srgbClr val="FFFFFF"/>
              </a:buClr>
              <a:buSzPct val="75000"/>
              <a:buFont typeface="Symbol" charset="2"/>
              <a:buChar char=""/>
            </a:pPr>
            <a:r>
              <a:rPr lang="en-IN" sz="2800" b="0" strike="noStrike" spc="-1">
                <a:latin typeface="Arial"/>
              </a:rPr>
              <a:t>Second Outline Level</a:t>
            </a:r>
          </a:p>
          <a:p>
            <a:pPr marL="1296000" lvl="2" indent="-288000">
              <a:spcBef>
                <a:spcPts val="850"/>
              </a:spcBef>
              <a:buClr>
                <a:srgbClr val="FFFFFF"/>
              </a:buClr>
              <a:buSzPct val="45000"/>
              <a:buFont typeface="Wingdings" charset="2"/>
              <a:buChar char=""/>
            </a:pPr>
            <a:r>
              <a:rPr lang="en-IN" sz="2400" b="0" strike="noStrike" spc="-1">
                <a:latin typeface="Arial"/>
              </a:rPr>
              <a:t>Third Outline Level</a:t>
            </a:r>
          </a:p>
          <a:p>
            <a:pPr marL="1728000" lvl="3" indent="-216000">
              <a:spcBef>
                <a:spcPts val="567"/>
              </a:spcBef>
              <a:buClr>
                <a:srgbClr val="FFFFFF"/>
              </a:buClr>
              <a:buSzPct val="75000"/>
              <a:buFont typeface="Symbol" charset="2"/>
              <a:buChar char=""/>
            </a:pPr>
            <a:r>
              <a:rPr lang="en-IN" sz="2000" b="0" strike="noStrike" spc="-1">
                <a:latin typeface="Arial"/>
              </a:rPr>
              <a:t>Fourth Outline Level</a:t>
            </a:r>
          </a:p>
          <a:p>
            <a:pPr marL="2160000" lvl="4" indent="-216000">
              <a:spcBef>
                <a:spcPts val="283"/>
              </a:spcBef>
              <a:buClr>
                <a:srgbClr val="FFFFFF"/>
              </a:buClr>
              <a:buSzPct val="45000"/>
              <a:buFont typeface="Wingdings" charset="2"/>
              <a:buChar char=""/>
            </a:pPr>
            <a:r>
              <a:rPr lang="en-IN" sz="2000" b="0" strike="noStrike" spc="-1">
                <a:latin typeface="Arial"/>
              </a:rPr>
              <a:t>Fifth Outline Level</a:t>
            </a:r>
          </a:p>
          <a:p>
            <a:pPr marL="2592000" lvl="5" indent="-216000">
              <a:spcBef>
                <a:spcPts val="283"/>
              </a:spcBef>
              <a:buClr>
                <a:srgbClr val="FFFFFF"/>
              </a:buClr>
              <a:buSzPct val="45000"/>
              <a:buFont typeface="Wingdings" charset="2"/>
              <a:buChar char=""/>
            </a:pPr>
            <a:r>
              <a:rPr lang="en-IN" sz="2000" b="0" strike="noStrike" spc="-1">
                <a:latin typeface="Arial"/>
              </a:rPr>
              <a:t>Sixth Outline Level</a:t>
            </a:r>
          </a:p>
          <a:p>
            <a:pPr marL="3024000" lvl="6" indent="-216000">
              <a:spcBef>
                <a:spcPts val="283"/>
              </a:spcBef>
              <a:buClr>
                <a:srgbClr val="FFFFFF"/>
              </a:buClr>
              <a:buSzPct val="45000"/>
              <a:buFont typeface="Wingdings" charset="2"/>
              <a:buChar char=""/>
            </a:pPr>
            <a:r>
              <a:rPr lang="en-IN"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4.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4.xml"/><Relationship Id="rId5" Type="http://schemas.openxmlformats.org/officeDocument/2006/relationships/image" Target="../media/image3.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4.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4.xml"/><Relationship Id="rId5" Type="http://schemas.openxmlformats.org/officeDocument/2006/relationships/image" Target="../media/image3.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4.xml"/><Relationship Id="rId6" Type="http://schemas.openxmlformats.org/officeDocument/2006/relationships/image" Target="../media/image3.png"/><Relationship Id="rId5" Type="http://schemas.openxmlformats.org/officeDocument/2006/relationships/image" Target="../media/image14.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1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15.jpeg"/><Relationship Id="rId7"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6.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89339" y="426279"/>
            <a:ext cx="7922816" cy="2426657"/>
          </a:xfrm>
        </p:spPr>
        <p:txBody>
          <a:bodyPr>
            <a:noAutofit/>
          </a:bodyPr>
          <a:lstStyle/>
          <a:p>
            <a:pPr algn="ctr">
              <a:lnSpc>
                <a:spcPct val="90000"/>
              </a:lnSpc>
            </a:pPr>
            <a:r>
              <a:rPr lang="en-IN" sz="3600" b="1" u="sng" strike="noStrike" cap="all" spc="-1" dirty="0">
                <a:solidFill>
                  <a:srgbClr val="FFFF00"/>
                </a:solidFill>
                <a:uFillTx/>
                <a:latin typeface="Arial"/>
                <a:ea typeface="DejaVu Sans"/>
              </a:rPr>
              <a:t>Topics covered- Fluid flow (types and approaches), Continuity equation and Bernoulli’s equation</a:t>
            </a:r>
            <a:endParaRPr lang="en-IN" sz="3600" b="0" strike="noStrike" spc="-1" dirty="0">
              <a:latin typeface="Arial"/>
            </a:endParaRPr>
          </a:p>
        </p:txBody>
      </p:sp>
      <p:sp>
        <p:nvSpPr>
          <p:cNvPr id="8" name="TextBox 7"/>
          <p:cNvSpPr txBox="1"/>
          <p:nvPr/>
        </p:nvSpPr>
        <p:spPr>
          <a:xfrm>
            <a:off x="179512" y="4941168"/>
            <a:ext cx="4740824" cy="830997"/>
          </a:xfrm>
          <a:prstGeom prst="rect">
            <a:avLst/>
          </a:prstGeom>
          <a:noFill/>
        </p:spPr>
        <p:txBody>
          <a:bodyPr wrap="square" rtlCol="0">
            <a:spAutoFit/>
          </a:bodyPr>
          <a:lstStyle/>
          <a:p>
            <a:r>
              <a:rPr lang="en-US" sz="2400" b="1" u="sng" dirty="0">
                <a:solidFill>
                  <a:srgbClr val="FFFF00"/>
                </a:solidFill>
              </a:rPr>
              <a:t>Presented by</a:t>
            </a:r>
            <a:r>
              <a:rPr lang="en-US" sz="2400" b="1" dirty="0">
                <a:solidFill>
                  <a:srgbClr val="FFFF00"/>
                </a:solidFill>
              </a:rPr>
              <a:t>:</a:t>
            </a:r>
            <a:endParaRPr lang="en-US" sz="2400" b="1" u="sng" dirty="0">
              <a:solidFill>
                <a:srgbClr val="FFFF00"/>
              </a:solidFill>
            </a:endParaRPr>
          </a:p>
          <a:p>
            <a:r>
              <a:rPr lang="en-US" sz="2400" b="1" dirty="0" err="1">
                <a:solidFill>
                  <a:srgbClr val="FFFF00"/>
                </a:solidFill>
              </a:rPr>
              <a:t>SLt</a:t>
            </a:r>
            <a:r>
              <a:rPr lang="en-US" sz="2400" b="1" dirty="0">
                <a:solidFill>
                  <a:srgbClr val="FFFF00"/>
                </a:solidFill>
              </a:rPr>
              <a:t> Manish Choudhary</a:t>
            </a:r>
            <a:endParaRPr lang="en-IN" sz="2400" b="1" dirty="0">
              <a:solidFill>
                <a:srgbClr val="FFFF00"/>
              </a:solidFill>
            </a:endParaRPr>
          </a:p>
        </p:txBody>
      </p:sp>
      <p:sp>
        <p:nvSpPr>
          <p:cNvPr id="9" name="TextBox 8"/>
          <p:cNvSpPr txBox="1"/>
          <p:nvPr/>
        </p:nvSpPr>
        <p:spPr>
          <a:xfrm>
            <a:off x="5148064" y="4941169"/>
            <a:ext cx="3995936" cy="830997"/>
          </a:xfrm>
          <a:prstGeom prst="rect">
            <a:avLst/>
          </a:prstGeom>
          <a:noFill/>
        </p:spPr>
        <p:txBody>
          <a:bodyPr wrap="square" rtlCol="0">
            <a:spAutoFit/>
          </a:bodyPr>
          <a:lstStyle/>
          <a:p>
            <a:r>
              <a:rPr lang="en-US" sz="2400" b="1" u="sng" dirty="0">
                <a:solidFill>
                  <a:srgbClr val="FFFF00"/>
                </a:solidFill>
              </a:rPr>
              <a:t>Vetted By</a:t>
            </a:r>
            <a:r>
              <a:rPr lang="en-US" sz="2400" b="1" dirty="0">
                <a:solidFill>
                  <a:srgbClr val="FFFF00"/>
                </a:solidFill>
              </a:rPr>
              <a:t>:</a:t>
            </a:r>
            <a:endParaRPr lang="en-US" sz="2400" b="1" u="sng" dirty="0">
              <a:solidFill>
                <a:srgbClr val="FFFF00"/>
              </a:solidFill>
            </a:endParaRPr>
          </a:p>
          <a:p>
            <a:r>
              <a:rPr lang="en-US" sz="2400" b="1" dirty="0">
                <a:solidFill>
                  <a:srgbClr val="FFFF00"/>
                </a:solidFill>
              </a:rPr>
              <a:t>Commander. Vivek Ratee</a:t>
            </a:r>
            <a:endParaRPr lang="en-IN" sz="2400" b="1" dirty="0">
              <a:solidFill>
                <a:srgbClr val="FFFF00"/>
              </a:solidFill>
            </a:endParaRPr>
          </a:p>
        </p:txBody>
      </p:sp>
      <p:pic>
        <p:nvPicPr>
          <p:cNvPr id="2" name="Picture 2" descr="\\161.9.45.212\samba\IT Cell\niat log.jpg">
            <a:extLst>
              <a:ext uri="{FF2B5EF4-FFF2-40B4-BE49-F238E27FC236}">
                <a16:creationId xmlns:a16="http://schemas.microsoft.com/office/drawing/2014/main" id="{E2E75F73-E69C-4E7B-966F-D7BBD70E2FC2}"/>
              </a:ext>
            </a:extLst>
          </p:cNvPr>
          <p:cNvPicPr>
            <a:picLocks noChangeAspect="1" noChangeArrowheads="1"/>
          </p:cNvPicPr>
          <p:nvPr/>
        </p:nvPicPr>
        <p:blipFill>
          <a:blip r:embed="rId3" cstate="print">
            <a:clrChange>
              <a:clrFrom>
                <a:srgbClr val="FDFDFD"/>
              </a:clrFrom>
              <a:clrTo>
                <a:srgbClr val="FDFDFD">
                  <a:alpha val="0"/>
                </a:srgbClr>
              </a:clrTo>
            </a:clrChange>
          </a:blip>
          <a:stretch>
            <a:fillRect/>
          </a:stretch>
        </p:blipFill>
        <p:spPr bwMode="auto">
          <a:xfrm>
            <a:off x="3888747" y="3022172"/>
            <a:ext cx="1524000" cy="1905000"/>
          </a:xfrm>
          <a:prstGeom prst="rect">
            <a:avLst/>
          </a:prstGeom>
          <a:noFill/>
          <a:ln>
            <a:noFill/>
          </a:ln>
        </p:spPr>
      </p:pic>
      <p:pic>
        <p:nvPicPr>
          <p:cNvPr id="3" name="Picture 2">
            <a:extLst>
              <a:ext uri="{FF2B5EF4-FFF2-40B4-BE49-F238E27FC236}">
                <a16:creationId xmlns:a16="http://schemas.microsoft.com/office/drawing/2014/main" id="{E5BE5C5D-6271-492E-92A7-32D59E97A57B}"/>
              </a:ext>
            </a:extLst>
          </p:cNvPr>
          <p:cNvPicPr/>
          <p:nvPr/>
        </p:nvPicPr>
        <p:blipFill>
          <a:blip r:embed="rId4"/>
          <a:stretch/>
        </p:blipFill>
        <p:spPr>
          <a:xfrm>
            <a:off x="-152280" y="-84240"/>
            <a:ext cx="1083240" cy="846000"/>
          </a:xfrm>
          <a:prstGeom prst="rect">
            <a:avLst/>
          </a:prstGeom>
          <a:ln w="0">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CustomShape 1"/>
          <p:cNvSpPr/>
          <p:nvPr/>
        </p:nvSpPr>
        <p:spPr>
          <a:xfrm>
            <a:off x="360000" y="1656000"/>
            <a:ext cx="8279280" cy="2699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en-IN" sz="3200" b="1" u="sng" strike="noStrike" cap="all" spc="-1" dirty="0">
                <a:solidFill>
                  <a:srgbClr val="FFFF00"/>
                </a:solidFill>
                <a:uFillTx/>
                <a:latin typeface="Arial"/>
                <a:ea typeface="DejaVu Sans"/>
              </a:rPr>
              <a:t>Topics covered- Fluid flow (types and approaches), Continuity equation and Bernoulli’s equation</a:t>
            </a:r>
            <a:endParaRPr lang="en-IN" sz="3200" b="0" strike="noStrike" spc="-1" dirty="0">
              <a:latin typeface="Arial"/>
            </a:endParaRPr>
          </a:p>
        </p:txBody>
      </p:sp>
      <p:sp>
        <p:nvSpPr>
          <p:cNvPr id="127" name="CustomShape 2"/>
          <p:cNvSpPr/>
          <p:nvPr/>
        </p:nvSpPr>
        <p:spPr>
          <a:xfrm>
            <a:off x="689400" y="6059160"/>
            <a:ext cx="342792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u="sng" strike="noStrike" spc="-1">
                <a:solidFill>
                  <a:srgbClr val="FFFF00"/>
                </a:solidFill>
                <a:uFillTx/>
                <a:latin typeface="Arial"/>
                <a:ea typeface="DejaVu Sans"/>
              </a:rPr>
              <a:t>Prepared by</a:t>
            </a:r>
            <a:r>
              <a:rPr lang="en-US" sz="1800" b="1" strike="noStrike" spc="-1">
                <a:solidFill>
                  <a:srgbClr val="FFFF00"/>
                </a:solidFill>
                <a:latin typeface="Arial"/>
                <a:ea typeface="DejaVu Sans"/>
              </a:rPr>
              <a:t>:</a:t>
            </a:r>
            <a:endParaRPr lang="en-IN" sz="1800" b="0" strike="noStrike" spc="-1">
              <a:latin typeface="Arial"/>
            </a:endParaRPr>
          </a:p>
          <a:p>
            <a:pPr>
              <a:lnSpc>
                <a:spcPct val="100000"/>
              </a:lnSpc>
            </a:pPr>
            <a:r>
              <a:rPr lang="en-US" sz="1800" b="1" strike="noStrike" spc="-1">
                <a:solidFill>
                  <a:srgbClr val="FFFF00"/>
                </a:solidFill>
                <a:latin typeface="Arial"/>
                <a:ea typeface="DejaVu Sans"/>
              </a:rPr>
              <a:t>Slt Manish Choudhary</a:t>
            </a:r>
            <a:endParaRPr lang="en-IN" sz="1800" b="0" strike="noStrike" spc="-1">
              <a:latin typeface="Arial"/>
            </a:endParaRPr>
          </a:p>
        </p:txBody>
      </p:sp>
      <p:sp>
        <p:nvSpPr>
          <p:cNvPr id="128" name="CustomShape 3"/>
          <p:cNvSpPr/>
          <p:nvPr/>
        </p:nvSpPr>
        <p:spPr>
          <a:xfrm>
            <a:off x="6168600" y="6059160"/>
            <a:ext cx="228492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u="sng" strike="noStrike" spc="-1">
                <a:solidFill>
                  <a:srgbClr val="FFFF00"/>
                </a:solidFill>
                <a:uFillTx/>
                <a:latin typeface="Arial"/>
                <a:ea typeface="DejaVu Sans"/>
              </a:rPr>
              <a:t>Vetted by</a:t>
            </a:r>
            <a:r>
              <a:rPr lang="en-US" sz="1800" b="1" strike="noStrike" spc="-1">
                <a:solidFill>
                  <a:srgbClr val="FFFF00"/>
                </a:solidFill>
                <a:latin typeface="Arial"/>
                <a:ea typeface="DejaVu Sans"/>
              </a:rPr>
              <a:t>:</a:t>
            </a:r>
            <a:endParaRPr lang="en-IN" sz="1800" b="0" strike="noStrike" spc="-1">
              <a:latin typeface="Arial"/>
            </a:endParaRPr>
          </a:p>
          <a:p>
            <a:pPr>
              <a:lnSpc>
                <a:spcPct val="100000"/>
              </a:lnSpc>
            </a:pPr>
            <a:r>
              <a:rPr lang="en-US" sz="1800" b="1" strike="noStrike" spc="-1">
                <a:solidFill>
                  <a:srgbClr val="FFFF00"/>
                </a:solidFill>
                <a:latin typeface="Arial"/>
                <a:ea typeface="DejaVu Sans"/>
              </a:rPr>
              <a:t>Cdr Vivek Rathee</a:t>
            </a:r>
            <a:endParaRPr lang="en-IN" sz="1800" b="0" strike="noStrike" spc="-1">
              <a:latin typeface="Arial"/>
            </a:endParaRPr>
          </a:p>
        </p:txBody>
      </p:sp>
      <p:pic>
        <p:nvPicPr>
          <p:cNvPr id="129" name="Picture 2"/>
          <p:cNvPicPr/>
          <p:nvPr/>
        </p:nvPicPr>
        <p:blipFill>
          <a:blip r:embed="rId3"/>
          <a:stretch/>
        </p:blipFill>
        <p:spPr>
          <a:xfrm>
            <a:off x="-152280" y="-84240"/>
            <a:ext cx="1083240" cy="846000"/>
          </a:xfrm>
          <a:prstGeom prst="rect">
            <a:avLst/>
          </a:prstGeom>
          <a:ln w="0">
            <a:noFill/>
          </a:ln>
        </p:spPr>
      </p:pic>
      <p:sp>
        <p:nvSpPr>
          <p:cNvPr id="2" name="TextBox 1">
            <a:extLst>
              <a:ext uri="{FF2B5EF4-FFF2-40B4-BE49-F238E27FC236}">
                <a16:creationId xmlns:a16="http://schemas.microsoft.com/office/drawing/2014/main" id="{DE855E0C-6E3C-4373-BE32-C68C80036102}"/>
              </a:ext>
            </a:extLst>
          </p:cNvPr>
          <p:cNvSpPr txBox="1"/>
          <p:nvPr/>
        </p:nvSpPr>
        <p:spPr>
          <a:xfrm>
            <a:off x="5148064" y="4941169"/>
            <a:ext cx="3995936" cy="830997"/>
          </a:xfrm>
          <a:prstGeom prst="rect">
            <a:avLst/>
          </a:prstGeom>
          <a:noFill/>
        </p:spPr>
        <p:txBody>
          <a:bodyPr wrap="square" rtlCol="0">
            <a:spAutoFit/>
          </a:bodyPr>
          <a:lstStyle/>
          <a:p>
            <a:r>
              <a:rPr lang="en-US" sz="2400" b="1" u="sng" dirty="0">
                <a:solidFill>
                  <a:srgbClr val="FFFF00"/>
                </a:solidFill>
              </a:rPr>
              <a:t>Vetted By</a:t>
            </a:r>
            <a:r>
              <a:rPr lang="en-US" sz="2400" b="1" dirty="0">
                <a:solidFill>
                  <a:srgbClr val="FFFF00"/>
                </a:solidFill>
              </a:rPr>
              <a:t>:</a:t>
            </a:r>
            <a:endParaRPr lang="en-US" sz="2400" b="1" u="sng" dirty="0">
              <a:solidFill>
                <a:srgbClr val="FFFF00"/>
              </a:solidFill>
            </a:endParaRPr>
          </a:p>
          <a:p>
            <a:r>
              <a:rPr lang="en-US" sz="2400" b="1" dirty="0">
                <a:solidFill>
                  <a:srgbClr val="FFFF00"/>
                </a:solidFill>
              </a:rPr>
              <a:t>Commander. Vivek Ratee</a:t>
            </a:r>
            <a:endParaRPr lang="en-IN" sz="2400" b="1" dirty="0">
              <a:solidFill>
                <a:srgbClr val="FFFF00"/>
              </a:solidFill>
            </a:endParaRPr>
          </a:p>
        </p:txBody>
      </p:sp>
      <p:sp>
        <p:nvSpPr>
          <p:cNvPr id="3" name="TextBox 2">
            <a:extLst>
              <a:ext uri="{FF2B5EF4-FFF2-40B4-BE49-F238E27FC236}">
                <a16:creationId xmlns:a16="http://schemas.microsoft.com/office/drawing/2014/main" id="{0F3D39A7-AD0D-4C82-B53A-20C357C034D8}"/>
              </a:ext>
            </a:extLst>
          </p:cNvPr>
          <p:cNvSpPr txBox="1"/>
          <p:nvPr/>
        </p:nvSpPr>
        <p:spPr>
          <a:xfrm>
            <a:off x="5300464" y="5093569"/>
            <a:ext cx="3995936" cy="830997"/>
          </a:xfrm>
          <a:prstGeom prst="rect">
            <a:avLst/>
          </a:prstGeom>
          <a:noFill/>
        </p:spPr>
        <p:txBody>
          <a:bodyPr wrap="square" rtlCol="0">
            <a:spAutoFit/>
          </a:bodyPr>
          <a:lstStyle/>
          <a:p>
            <a:r>
              <a:rPr lang="en-US" sz="2400" b="1" u="sng" dirty="0">
                <a:solidFill>
                  <a:srgbClr val="FFFF00"/>
                </a:solidFill>
              </a:rPr>
              <a:t>Vetted By</a:t>
            </a:r>
            <a:r>
              <a:rPr lang="en-US" sz="2400" b="1" dirty="0">
                <a:solidFill>
                  <a:srgbClr val="FFFF00"/>
                </a:solidFill>
              </a:rPr>
              <a:t>:</a:t>
            </a:r>
            <a:endParaRPr lang="en-US" sz="2400" b="1" u="sng" dirty="0">
              <a:solidFill>
                <a:srgbClr val="FFFF00"/>
              </a:solidFill>
            </a:endParaRPr>
          </a:p>
          <a:p>
            <a:r>
              <a:rPr lang="en-US" sz="2400" b="1" dirty="0">
                <a:solidFill>
                  <a:srgbClr val="FFFF00"/>
                </a:solidFill>
              </a:rPr>
              <a:t>Commander. Vivek Ratee</a:t>
            </a:r>
            <a:endParaRPr lang="en-IN" sz="2400" b="1" dirty="0">
              <a:solidFill>
                <a:srgbClr val="FFFF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CustomShape 1"/>
          <p:cNvSpPr/>
          <p:nvPr/>
        </p:nvSpPr>
        <p:spPr>
          <a:xfrm>
            <a:off x="216000" y="684000"/>
            <a:ext cx="8639280" cy="5924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5280" algn="just">
              <a:lnSpc>
                <a:spcPct val="150000"/>
              </a:lnSpc>
              <a:buClr>
                <a:srgbClr val="FFFFFF"/>
              </a:buClr>
              <a:buSzPct val="45000"/>
              <a:buFont typeface="Wingdings" charset="2"/>
              <a:buChar char=""/>
            </a:pPr>
            <a:r>
              <a:rPr lang="en-IN" sz="2800" b="1" u="sng" strike="noStrike" spc="-1">
                <a:solidFill>
                  <a:srgbClr val="FFFFFF"/>
                </a:solidFill>
                <a:uFillTx/>
                <a:latin typeface="Arial"/>
                <a:ea typeface="DejaVu Sans"/>
              </a:rPr>
              <a:t>Fluid</a:t>
            </a:r>
            <a:r>
              <a:rPr lang="en-IN" sz="1600" b="0" strike="noStrike" spc="-1">
                <a:solidFill>
                  <a:srgbClr val="FFFFFF"/>
                </a:solidFill>
                <a:latin typeface="Arial"/>
                <a:ea typeface="DejaVu Sans"/>
              </a:rPr>
              <a:t>- </a:t>
            </a:r>
            <a:r>
              <a:rPr lang="en-IN" sz="2000" b="0" strike="noStrike" spc="-1">
                <a:solidFill>
                  <a:srgbClr val="FFFFFF"/>
                </a:solidFill>
                <a:latin typeface="Arial"/>
                <a:ea typeface="Microsoft YaHei"/>
              </a:rPr>
              <a:t>In physics, a fluid is a substance that continually deforms under an applied shear stress, or external force. Fluids are a phase of matter and include liquids, gases and plasmas</a:t>
            </a:r>
            <a:endParaRPr lang="en-IN" sz="2000" b="0" strike="noStrike" spc="-1">
              <a:latin typeface="Arial"/>
            </a:endParaRPr>
          </a:p>
          <a:p>
            <a:pPr marL="432000" lvl="1" indent="-215280" algn="just">
              <a:lnSpc>
                <a:spcPct val="150000"/>
              </a:lnSpc>
              <a:buClr>
                <a:srgbClr val="FFFFFF"/>
              </a:buClr>
              <a:buSzPct val="45000"/>
              <a:buFont typeface="Wingdings" charset="2"/>
              <a:buChar char=""/>
            </a:pPr>
            <a:r>
              <a:rPr lang="en-IN" sz="2000" b="0" strike="noStrike" spc="-1">
                <a:solidFill>
                  <a:srgbClr val="FFFFFF"/>
                </a:solidFill>
                <a:latin typeface="Arial"/>
                <a:ea typeface="Microsoft YaHei"/>
              </a:rPr>
              <a:t>There are two approach to study fluid-</a:t>
            </a:r>
            <a:endParaRPr lang="en-IN" sz="2000" b="0" strike="noStrike" spc="-1">
              <a:latin typeface="Arial"/>
            </a:endParaRPr>
          </a:p>
          <a:p>
            <a:pPr marL="648000" lvl="2" indent="-215280" algn="just">
              <a:lnSpc>
                <a:spcPct val="150000"/>
              </a:lnSpc>
              <a:buClr>
                <a:srgbClr val="FFFFFF"/>
              </a:buClr>
              <a:buSzPct val="45000"/>
              <a:buFont typeface="Wingdings" charset="2"/>
              <a:buChar char=""/>
            </a:pPr>
            <a:r>
              <a:rPr lang="en-IN" sz="2000" b="0" strike="noStrike" spc="-1">
                <a:solidFill>
                  <a:srgbClr val="FFFFFF"/>
                </a:solidFill>
                <a:latin typeface="Arial"/>
                <a:ea typeface="Microsoft YaHei"/>
              </a:rPr>
              <a:t>	</a:t>
            </a:r>
            <a:r>
              <a:rPr lang="en-IN" sz="2000" b="1" u="sng" strike="noStrike" spc="-1">
                <a:solidFill>
                  <a:srgbClr val="FFFFFF"/>
                </a:solidFill>
                <a:uFillTx/>
                <a:latin typeface="Arial"/>
                <a:ea typeface="Microsoft YaHei"/>
              </a:rPr>
              <a:t>Lagrangian Approach</a:t>
            </a:r>
            <a:r>
              <a:rPr lang="en-IN" sz="2000" b="0" strike="noStrike" spc="-1">
                <a:solidFill>
                  <a:srgbClr val="FFFFFF"/>
                </a:solidFill>
                <a:latin typeface="Arial"/>
                <a:ea typeface="Microsoft YaHei"/>
              </a:rPr>
              <a:t>- In this approach, a single fluid particle is taken and its behaviour is analysed at different sections (with respect to space)</a:t>
            </a:r>
            <a:endParaRPr lang="en-IN" sz="2000" b="0" strike="noStrike" spc="-1">
              <a:latin typeface="Arial"/>
            </a:endParaRPr>
          </a:p>
          <a:p>
            <a:pPr marL="648000" lvl="2" indent="-215280" algn="just">
              <a:lnSpc>
                <a:spcPct val="150000"/>
              </a:lnSpc>
              <a:buClr>
                <a:srgbClr val="FFFFFF"/>
              </a:buClr>
              <a:buSzPct val="45000"/>
              <a:buFont typeface="Wingdings" charset="2"/>
              <a:buChar char=""/>
            </a:pPr>
            <a:r>
              <a:rPr lang="en-IN" sz="2000" b="0" strike="noStrike" spc="-1">
                <a:solidFill>
                  <a:srgbClr val="FFFFFF"/>
                </a:solidFill>
                <a:latin typeface="Arial"/>
                <a:ea typeface="Microsoft YaHei"/>
              </a:rPr>
              <a:t>	</a:t>
            </a:r>
            <a:r>
              <a:rPr lang="en-IN" sz="2000" b="1" u="sng" strike="noStrike" spc="-1">
                <a:solidFill>
                  <a:srgbClr val="FFFFFF"/>
                </a:solidFill>
                <a:uFillTx/>
                <a:latin typeface="Arial"/>
                <a:ea typeface="Microsoft YaHei"/>
              </a:rPr>
              <a:t>Eulerian Approach</a:t>
            </a:r>
            <a:r>
              <a:rPr lang="en-IN" sz="2000" b="0" strike="noStrike" spc="-1">
                <a:solidFill>
                  <a:srgbClr val="FFFFFF"/>
                </a:solidFill>
                <a:latin typeface="Arial"/>
                <a:ea typeface="Microsoft YaHei"/>
              </a:rPr>
              <a:t>- In this approach, a certain section is taken in space and the behaviour of fluid particles passing through this section is analysed at a different instant. We mainly use this approach in Fluid Mechanics [With respect to Time].</a:t>
            </a:r>
            <a:endParaRPr lang="en-IN" sz="2000" b="0" strike="noStrike" spc="-1">
              <a:latin typeface="Arial"/>
            </a:endParaRPr>
          </a:p>
        </p:txBody>
      </p:sp>
      <p:pic>
        <p:nvPicPr>
          <p:cNvPr id="131" name="Picture 2_0"/>
          <p:cNvPicPr/>
          <p:nvPr/>
        </p:nvPicPr>
        <p:blipFill>
          <a:blip r:embed="rId3"/>
          <a:stretch/>
        </p:blipFill>
        <p:spPr>
          <a:xfrm>
            <a:off x="-152280" y="-84240"/>
            <a:ext cx="1083240" cy="846000"/>
          </a:xfrm>
          <a:prstGeom prst="rect">
            <a:avLst/>
          </a:prstGeom>
          <a:ln w="0">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CustomShape 1"/>
          <p:cNvSpPr/>
          <p:nvPr/>
        </p:nvSpPr>
        <p:spPr>
          <a:xfrm>
            <a:off x="180000" y="720000"/>
            <a:ext cx="8639280" cy="5021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Autofit/>
          </a:bodyPr>
          <a:lstStyle/>
          <a:p>
            <a:pPr marL="457200" algn="just">
              <a:lnSpc>
                <a:spcPct val="100000"/>
              </a:lnSpc>
            </a:pPr>
            <a:r>
              <a:rPr lang="en-IN" sz="2200" b="0" strike="noStrike" spc="-1">
                <a:solidFill>
                  <a:srgbClr val="FFFFFF"/>
                </a:solidFill>
                <a:latin typeface="Arial"/>
                <a:ea typeface="Microsoft YaHei"/>
              </a:rPr>
              <a:t>There are Six different types of fluid flow-</a:t>
            </a:r>
            <a:endParaRPr lang="en-IN" sz="2200" b="0" strike="noStrike" spc="-1">
              <a:solidFill>
                <a:srgbClr val="FFFFFF"/>
              </a:solidFill>
              <a:latin typeface="Arial"/>
            </a:endParaRPr>
          </a:p>
          <a:p>
            <a:pPr marL="457200" indent="-215640" algn="just">
              <a:lnSpc>
                <a:spcPct val="150000"/>
              </a:lnSpc>
              <a:buClr>
                <a:srgbClr val="FFFFFF"/>
              </a:buClr>
              <a:buFont typeface="StarSymbol"/>
              <a:buAutoNum type="alphaLcParenR"/>
            </a:pPr>
            <a:r>
              <a:rPr lang="en-IN" sz="2200" b="0" strike="noStrike" spc="-1">
                <a:solidFill>
                  <a:srgbClr val="FFFFFF"/>
                </a:solidFill>
                <a:latin typeface="Arial"/>
                <a:ea typeface="Microsoft YaHei"/>
              </a:rPr>
              <a:t> Steady and Unsteady.</a:t>
            </a:r>
            <a:endParaRPr lang="en-IN" sz="2200" b="0" strike="noStrike" spc="-1">
              <a:solidFill>
                <a:srgbClr val="FFFFFF"/>
              </a:solidFill>
              <a:latin typeface="Arial"/>
            </a:endParaRPr>
          </a:p>
          <a:p>
            <a:pPr marL="457200" indent="-215640" algn="just">
              <a:lnSpc>
                <a:spcPct val="150000"/>
              </a:lnSpc>
              <a:buClr>
                <a:srgbClr val="FFFFFF"/>
              </a:buClr>
              <a:buFont typeface="StarSymbol"/>
              <a:buAutoNum type="alphaLcParenR"/>
            </a:pPr>
            <a:r>
              <a:rPr lang="en-IN" sz="2200" b="0" strike="noStrike" spc="-1">
                <a:solidFill>
                  <a:srgbClr val="FFFFFF"/>
                </a:solidFill>
                <a:latin typeface="Arial"/>
                <a:ea typeface="Microsoft YaHei"/>
              </a:rPr>
              <a:t> Uniform and Non-Uniform.</a:t>
            </a:r>
            <a:endParaRPr lang="en-IN" sz="2200" b="0" strike="noStrike" spc="-1">
              <a:solidFill>
                <a:srgbClr val="FFFFFF"/>
              </a:solidFill>
              <a:latin typeface="Arial"/>
            </a:endParaRPr>
          </a:p>
          <a:p>
            <a:pPr marL="457200" indent="-215640" algn="just">
              <a:lnSpc>
                <a:spcPct val="150000"/>
              </a:lnSpc>
              <a:buClr>
                <a:srgbClr val="FFFFFF"/>
              </a:buClr>
              <a:buFont typeface="StarSymbol"/>
              <a:buAutoNum type="alphaLcParenR"/>
            </a:pPr>
            <a:r>
              <a:rPr lang="en-IN" sz="2200" b="0" strike="noStrike" spc="-1">
                <a:solidFill>
                  <a:srgbClr val="FFFFFF"/>
                </a:solidFill>
                <a:latin typeface="Arial"/>
                <a:ea typeface="Microsoft YaHei"/>
              </a:rPr>
              <a:t> Laminar and Turbulent.</a:t>
            </a:r>
            <a:endParaRPr lang="en-IN" sz="2200" b="0" strike="noStrike" spc="-1">
              <a:solidFill>
                <a:srgbClr val="FFFFFF"/>
              </a:solidFill>
              <a:latin typeface="Arial"/>
            </a:endParaRPr>
          </a:p>
          <a:p>
            <a:pPr marL="457200" indent="-215640" algn="just">
              <a:lnSpc>
                <a:spcPct val="150000"/>
              </a:lnSpc>
              <a:buClr>
                <a:srgbClr val="FFFFFF"/>
              </a:buClr>
              <a:buFont typeface="StarSymbol"/>
              <a:buAutoNum type="alphaLcParenR"/>
            </a:pPr>
            <a:r>
              <a:rPr lang="en-IN" sz="2200" b="0" strike="noStrike" spc="-1">
                <a:solidFill>
                  <a:srgbClr val="FFFFFF"/>
                </a:solidFill>
                <a:latin typeface="Arial"/>
                <a:ea typeface="Microsoft YaHei"/>
              </a:rPr>
              <a:t> Compressible and In-compressible.</a:t>
            </a:r>
            <a:endParaRPr lang="en-IN" sz="2200" b="0" strike="noStrike" spc="-1">
              <a:solidFill>
                <a:srgbClr val="FFFFFF"/>
              </a:solidFill>
              <a:latin typeface="Arial"/>
            </a:endParaRPr>
          </a:p>
          <a:p>
            <a:pPr marL="457200" indent="-215640" algn="just">
              <a:lnSpc>
                <a:spcPct val="150000"/>
              </a:lnSpc>
              <a:buClr>
                <a:srgbClr val="FFFFFF"/>
              </a:buClr>
              <a:buFont typeface="StarSymbol"/>
              <a:buAutoNum type="alphaLcParenR"/>
            </a:pPr>
            <a:r>
              <a:rPr lang="en-IN" sz="2200" b="0" strike="noStrike" spc="-1">
                <a:solidFill>
                  <a:srgbClr val="FFFFFF"/>
                </a:solidFill>
                <a:latin typeface="Arial"/>
                <a:ea typeface="Microsoft YaHei"/>
              </a:rPr>
              <a:t> Rotational and Ir-rotational and.</a:t>
            </a:r>
            <a:endParaRPr lang="en-IN" sz="2200" b="0" strike="noStrike" spc="-1">
              <a:solidFill>
                <a:srgbClr val="FFFFFF"/>
              </a:solidFill>
              <a:latin typeface="Arial"/>
            </a:endParaRPr>
          </a:p>
          <a:p>
            <a:pPr marL="457200" indent="-215640" algn="just">
              <a:lnSpc>
                <a:spcPct val="150000"/>
              </a:lnSpc>
              <a:buClr>
                <a:srgbClr val="FFFFFF"/>
              </a:buClr>
              <a:buFont typeface="StarSymbol"/>
              <a:buAutoNum type="alphaLcParenR"/>
            </a:pPr>
            <a:r>
              <a:rPr lang="en-IN" sz="2200" b="0" strike="noStrike" spc="-1">
                <a:solidFill>
                  <a:srgbClr val="FFFFFF"/>
                </a:solidFill>
                <a:latin typeface="Arial"/>
                <a:ea typeface="Microsoft YaHei"/>
              </a:rPr>
              <a:t> One, Two, and Three -dimensional Fluid Flow.</a:t>
            </a:r>
            <a:endParaRPr lang="en-IN" sz="2200" b="0" strike="noStrike" spc="-1">
              <a:solidFill>
                <a:srgbClr val="FFFFFF"/>
              </a:solidFill>
              <a:latin typeface="Arial"/>
            </a:endParaRPr>
          </a:p>
          <a:p>
            <a:pPr marL="457200" algn="just">
              <a:lnSpc>
                <a:spcPct val="100000"/>
              </a:lnSpc>
            </a:pPr>
            <a:endParaRPr lang="en-IN" sz="2200" b="0" strike="noStrike" spc="-1">
              <a:solidFill>
                <a:srgbClr val="FFFFFF"/>
              </a:solidFill>
              <a:latin typeface="Arial"/>
            </a:endParaRPr>
          </a:p>
        </p:txBody>
      </p:sp>
      <p:pic>
        <p:nvPicPr>
          <p:cNvPr id="133" name="Picture 2_1"/>
          <p:cNvPicPr/>
          <p:nvPr/>
        </p:nvPicPr>
        <p:blipFill>
          <a:blip r:embed="rId3"/>
          <a:stretch/>
        </p:blipFill>
        <p:spPr>
          <a:xfrm>
            <a:off x="-152280" y="-84240"/>
            <a:ext cx="1083240" cy="846000"/>
          </a:xfrm>
          <a:prstGeom prst="rect">
            <a:avLst/>
          </a:prstGeom>
          <a:ln w="0">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CustomShape 1"/>
          <p:cNvSpPr/>
          <p:nvPr/>
        </p:nvSpPr>
        <p:spPr>
          <a:xfrm>
            <a:off x="-72000" y="756000"/>
            <a:ext cx="8639280" cy="5895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Autofit/>
          </a:bodyPr>
          <a:lstStyle/>
          <a:p>
            <a:pPr marL="457200" algn="just">
              <a:lnSpc>
                <a:spcPct val="100000"/>
              </a:lnSpc>
            </a:pPr>
            <a:r>
              <a:rPr lang="en-IN" sz="2000" b="0" strike="noStrike" spc="-1">
                <a:solidFill>
                  <a:srgbClr val="FFFFFF"/>
                </a:solidFill>
                <a:latin typeface="Arial"/>
                <a:ea typeface="Microsoft YaHei"/>
              </a:rPr>
              <a:t>There are Six different types of fluid flow-</a:t>
            </a:r>
            <a:endParaRPr lang="en-IN" sz="2000" b="0" strike="noStrike" spc="-1">
              <a:solidFill>
                <a:srgbClr val="FFFFFF"/>
              </a:solidFill>
              <a:latin typeface="Arial"/>
            </a:endParaRPr>
          </a:p>
          <a:p>
            <a:pPr marL="457200" indent="-215640" algn="just">
              <a:lnSpc>
                <a:spcPct val="150000"/>
              </a:lnSpc>
              <a:buClr>
                <a:srgbClr val="FFFFFF"/>
              </a:buClr>
              <a:buFont typeface="StarSymbol"/>
              <a:buAutoNum type="alphaLcParenR"/>
            </a:pPr>
            <a:r>
              <a:rPr lang="en-IN" sz="2000" b="1" u="sng" strike="noStrike" spc="-1">
                <a:solidFill>
                  <a:srgbClr val="FFFFFF"/>
                </a:solidFill>
                <a:uFillTx/>
                <a:latin typeface="Arial"/>
                <a:ea typeface="Microsoft YaHei"/>
              </a:rPr>
              <a:t>Steady and Unsteady</a:t>
            </a:r>
            <a:r>
              <a:rPr lang="en-IN" sz="2000" b="0" strike="noStrike" spc="-1">
                <a:solidFill>
                  <a:srgbClr val="FFFFFF"/>
                </a:solidFill>
                <a:latin typeface="Arial"/>
                <a:ea typeface="Microsoft YaHei"/>
              </a:rPr>
              <a:t>.	The steady flow is defined as that type of flow in which the fluid characteristics like velocity, density, pressure, etc at a point do not change with the time. The Unsteady flow is defined as that type of flow in which the fluid characteristics like velocity, density, pressure, etc. at a point change respected to time.</a:t>
            </a:r>
            <a:endParaRPr lang="en-IN" sz="2000" b="0" strike="noStrike" spc="-1">
              <a:solidFill>
                <a:srgbClr val="FFFFFF"/>
              </a:solidFill>
              <a:latin typeface="Arial"/>
            </a:endParaRPr>
          </a:p>
          <a:p>
            <a:pPr marL="457200" indent="-215640" algn="just">
              <a:lnSpc>
                <a:spcPct val="150000"/>
              </a:lnSpc>
              <a:buClr>
                <a:srgbClr val="FFFFFF"/>
              </a:buClr>
              <a:buFont typeface="StarSymbol"/>
              <a:buAutoNum type="alphaLcParenR"/>
            </a:pPr>
            <a:r>
              <a:rPr lang="en-IN" sz="2000" b="1" u="sng" strike="noStrike" spc="-1">
                <a:solidFill>
                  <a:srgbClr val="FFFFFF"/>
                </a:solidFill>
                <a:uFillTx/>
                <a:latin typeface="Arial"/>
                <a:ea typeface="Microsoft YaHei"/>
              </a:rPr>
              <a:t>Uniform and Non-Uniform</a:t>
            </a:r>
            <a:r>
              <a:rPr lang="en-IN" sz="2000" b="0" strike="noStrike" spc="-1">
                <a:solidFill>
                  <a:srgbClr val="FFFFFF"/>
                </a:solidFill>
                <a:latin typeface="Arial"/>
                <a:ea typeface="Microsoft YaHei"/>
              </a:rPr>
              <a:t>.	This uniform fluid flow is defined as the type of flow in which the velocity at any given time does not change with respect to space (i.e. length of direction of the flow), Whereas the Non-uniform flow is defined as, This non-uniform fluid flow is defined as the type of flow in which the velocity at any given time changes with respect to space (i.e. length of the direction of the flow).</a:t>
            </a:r>
            <a:endParaRPr lang="en-IN" sz="2000" b="0" strike="noStrike" spc="-1">
              <a:solidFill>
                <a:srgbClr val="FFFFFF"/>
              </a:solidFill>
              <a:latin typeface="Arial"/>
            </a:endParaRPr>
          </a:p>
        </p:txBody>
      </p:sp>
      <p:pic>
        <p:nvPicPr>
          <p:cNvPr id="135" name="Picture 2_4"/>
          <p:cNvPicPr/>
          <p:nvPr/>
        </p:nvPicPr>
        <p:blipFill>
          <a:blip r:embed="rId3"/>
          <a:stretch/>
        </p:blipFill>
        <p:spPr>
          <a:xfrm>
            <a:off x="-152280" y="-84240"/>
            <a:ext cx="1083240" cy="846000"/>
          </a:xfrm>
          <a:prstGeom prst="rect">
            <a:avLst/>
          </a:prstGeom>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CustomShape 1"/>
          <p:cNvSpPr/>
          <p:nvPr/>
        </p:nvSpPr>
        <p:spPr>
          <a:xfrm>
            <a:off x="-144000" y="432000"/>
            <a:ext cx="8639280" cy="5021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Autofit/>
          </a:bodyPr>
          <a:lstStyle/>
          <a:p>
            <a:pPr marL="457200" algn="just">
              <a:lnSpc>
                <a:spcPct val="100000"/>
              </a:lnSpc>
            </a:pPr>
            <a:endParaRPr lang="en-IN" sz="1800" b="0" strike="noStrike" spc="-1">
              <a:solidFill>
                <a:srgbClr val="FFFFFF"/>
              </a:solidFill>
              <a:latin typeface="Arial"/>
            </a:endParaRPr>
          </a:p>
          <a:p>
            <a:pPr marL="457200" indent="-215640" algn="just">
              <a:lnSpc>
                <a:spcPct val="150000"/>
              </a:lnSpc>
              <a:buClr>
                <a:srgbClr val="FFFFFF"/>
              </a:buClr>
              <a:buFont typeface="StarSymbol"/>
              <a:buAutoNum type="alphaLcParenR" startAt="3"/>
            </a:pPr>
            <a:r>
              <a:rPr lang="en-IN" sz="2200" b="1" u="sng" strike="noStrike" spc="-1">
                <a:solidFill>
                  <a:srgbClr val="FFFFFF"/>
                </a:solidFill>
                <a:uFillTx/>
                <a:latin typeface="Arial"/>
                <a:ea typeface="Microsoft YaHei"/>
              </a:rPr>
              <a:t>Laminar and Turbulent</a:t>
            </a:r>
            <a:r>
              <a:rPr lang="en-IN" sz="2200" b="0" strike="noStrike" spc="-1">
                <a:solidFill>
                  <a:srgbClr val="FFFFFF"/>
                </a:solidFill>
                <a:latin typeface="Arial"/>
                <a:ea typeface="Microsoft YaHei"/>
              </a:rPr>
              <a:t>.	This laminar fluid flow is defined as the type of flow in which the fluid particles move along well-defined paths or streamline and all the streamlines are straight and parallel. Thus the particles move in laminas or layers gliding smoothly over the adjacent layer. This type of fluid is also called as streamline flow or viscous flow. This Turbulent fluid flow is defined as the type of flow in which the fluid particles move in a zig-zag way, the eddies formation takes place which is responsible for high energy loss.</a:t>
            </a:r>
            <a:endParaRPr lang="en-IN" sz="2200" b="0" strike="noStrike" spc="-1">
              <a:solidFill>
                <a:srgbClr val="FFFFFF"/>
              </a:solidFill>
              <a:latin typeface="Arial"/>
            </a:endParaRPr>
          </a:p>
        </p:txBody>
      </p:sp>
      <p:pic>
        <p:nvPicPr>
          <p:cNvPr id="137" name="Picture 2_5"/>
          <p:cNvPicPr/>
          <p:nvPr/>
        </p:nvPicPr>
        <p:blipFill>
          <a:blip r:embed="rId3"/>
          <a:stretch/>
        </p:blipFill>
        <p:spPr>
          <a:xfrm>
            <a:off x="-152280" y="-84240"/>
            <a:ext cx="1083240" cy="846000"/>
          </a:xfrm>
          <a:prstGeom prst="rect">
            <a:avLst/>
          </a:prstGeom>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CustomShape 1"/>
          <p:cNvSpPr/>
          <p:nvPr/>
        </p:nvSpPr>
        <p:spPr>
          <a:xfrm>
            <a:off x="8564040" y="6443280"/>
            <a:ext cx="574920" cy="333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IN" sz="1600" b="0" strike="noStrike" spc="-1">
                <a:solidFill>
                  <a:srgbClr val="FFFFFF"/>
                </a:solidFill>
                <a:latin typeface="Arial"/>
                <a:ea typeface="DejaVu Sans"/>
              </a:rPr>
              <a:t>3/40</a:t>
            </a:r>
            <a:endParaRPr lang="en-IN" sz="1600" b="0" strike="noStrike" spc="-1">
              <a:latin typeface="Arial"/>
            </a:endParaRPr>
          </a:p>
        </p:txBody>
      </p:sp>
      <p:sp>
        <p:nvSpPr>
          <p:cNvPr id="139" name="CustomShape 2"/>
          <p:cNvSpPr/>
          <p:nvPr/>
        </p:nvSpPr>
        <p:spPr>
          <a:xfrm>
            <a:off x="212400" y="270360"/>
            <a:ext cx="8642880" cy="6651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endParaRPr lang="en-IN" sz="1800" b="0" strike="noStrike" spc="-1">
              <a:solidFill>
                <a:srgbClr val="FFFFFF"/>
              </a:solidFill>
              <a:latin typeface="Arial"/>
            </a:endParaRPr>
          </a:p>
          <a:p>
            <a:pPr>
              <a:lnSpc>
                <a:spcPct val="150000"/>
              </a:lnSpc>
            </a:pPr>
            <a:r>
              <a:rPr lang="en-IN" sz="2200" b="1" u="sng" strike="noStrike" spc="-1">
                <a:solidFill>
                  <a:srgbClr val="FFFFFF"/>
                </a:solidFill>
                <a:uFillTx/>
                <a:latin typeface="Arial"/>
                <a:ea typeface="Microsoft YaHei"/>
              </a:rPr>
              <a:t>Compressible and In-compressible</a:t>
            </a:r>
            <a:r>
              <a:rPr lang="en-IN" sz="2200" b="0" strike="noStrike" spc="-1">
                <a:solidFill>
                  <a:srgbClr val="FFFFFF"/>
                </a:solidFill>
                <a:latin typeface="Arial"/>
                <a:ea typeface="Microsoft YaHei"/>
              </a:rPr>
              <a:t>.	Compressible fluid flow is defined as the flow in which the density is not constant which means the density of the fluid changes from point to point. Incompressible fluid flow is defined as the flow in which the density is constant which means the density of the fluid does not change from point to point</a:t>
            </a:r>
            <a:endParaRPr lang="en-IN" sz="2200" b="0" strike="noStrike" spc="-1">
              <a:solidFill>
                <a:srgbClr val="FFFFFF"/>
              </a:solidFill>
              <a:latin typeface="Arial"/>
            </a:endParaRPr>
          </a:p>
          <a:p>
            <a:pPr>
              <a:lnSpc>
                <a:spcPct val="150000"/>
              </a:lnSpc>
            </a:pPr>
            <a:r>
              <a:rPr lang="en-IN" sz="2200" b="1" u="sng" strike="noStrike" spc="-1">
                <a:solidFill>
                  <a:srgbClr val="FFFFFF"/>
                </a:solidFill>
                <a:uFillTx/>
                <a:latin typeface="Arial"/>
                <a:ea typeface="Microsoft YaHei"/>
              </a:rPr>
              <a:t>Rotational and Ir-rotational</a:t>
            </a:r>
            <a:r>
              <a:rPr lang="en-IN" sz="2200" b="0" strike="noStrike" spc="-1">
                <a:solidFill>
                  <a:srgbClr val="FFFFFF"/>
                </a:solidFill>
                <a:latin typeface="Arial"/>
                <a:ea typeface="Microsoft YaHei"/>
              </a:rPr>
              <a:t>.	The rotational fluid flow is defined as the type of fluid flow in which the fluid particles while flowing along streamline and also rotate about there own axis. Whereas, The Ir-rotational fluid flow is defined as the type of fluid flow in which the fluid particles while flowing along streamline and do not rotate about there own axis</a:t>
            </a:r>
            <a:endParaRPr lang="en-IN" sz="2200" b="0" strike="noStrike" spc="-1">
              <a:solidFill>
                <a:srgbClr val="FFFFFF"/>
              </a:solidFill>
              <a:latin typeface="Arial"/>
            </a:endParaRPr>
          </a:p>
          <a:p>
            <a:pPr>
              <a:lnSpc>
                <a:spcPct val="100000"/>
              </a:lnSpc>
            </a:pPr>
            <a:endParaRPr lang="en-IN" sz="2200" b="0" strike="noStrike" spc="-1">
              <a:solidFill>
                <a:srgbClr val="FFFFFF"/>
              </a:solidFill>
              <a:latin typeface="Arial"/>
            </a:endParaRPr>
          </a:p>
          <a:p>
            <a:pPr>
              <a:lnSpc>
                <a:spcPct val="100000"/>
              </a:lnSpc>
            </a:pPr>
            <a:endParaRPr lang="en-IN" sz="2200" b="0" strike="noStrike" spc="-1">
              <a:solidFill>
                <a:srgbClr val="FFFFFF"/>
              </a:solidFill>
              <a:latin typeface="Arial"/>
            </a:endParaRPr>
          </a:p>
        </p:txBody>
      </p:sp>
      <p:pic>
        <p:nvPicPr>
          <p:cNvPr id="140" name="Picture 2_6"/>
          <p:cNvPicPr/>
          <p:nvPr/>
        </p:nvPicPr>
        <p:blipFill>
          <a:blip r:embed="rId3"/>
          <a:stretch/>
        </p:blipFill>
        <p:spPr>
          <a:xfrm>
            <a:off x="-152280" y="-84240"/>
            <a:ext cx="1083240" cy="846000"/>
          </a:xfrm>
          <a:prstGeom prst="rect">
            <a:avLst/>
          </a:prstGeom>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CustomShape 1"/>
          <p:cNvSpPr/>
          <p:nvPr/>
        </p:nvSpPr>
        <p:spPr>
          <a:xfrm>
            <a:off x="0" y="2209680"/>
            <a:ext cx="9142920" cy="2437200"/>
          </a:xfrm>
          <a:prstGeom prst="rect">
            <a:avLst/>
          </a:prstGeom>
          <a:noFill/>
          <a:ln w="0">
            <a:noFill/>
          </a:ln>
          <a:effectLst>
            <a:outerShdw dist="28080" dir="5400000">
              <a:srgbClr val="000000">
                <a:alpha val="32000"/>
              </a:srgbClr>
            </a:outerShdw>
          </a:effectLst>
        </p:spPr>
        <p:style>
          <a:lnRef idx="0">
            <a:scrgbClr r="0" g="0" b="0"/>
          </a:lnRef>
          <a:fillRef idx="0">
            <a:scrgbClr r="0" g="0" b="0"/>
          </a:fillRef>
          <a:effectRef idx="0">
            <a:scrgbClr r="0" g="0" b="0"/>
          </a:effectRef>
          <a:fontRef idx="minor"/>
        </p:style>
      </p:sp>
      <p:sp>
        <p:nvSpPr>
          <p:cNvPr id="142" name="CustomShape 2"/>
          <p:cNvSpPr/>
          <p:nvPr/>
        </p:nvSpPr>
        <p:spPr>
          <a:xfrm>
            <a:off x="8564040" y="6443280"/>
            <a:ext cx="574920" cy="333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IN" sz="1600" b="0" strike="noStrike" spc="-1">
                <a:solidFill>
                  <a:srgbClr val="FFFFFF"/>
                </a:solidFill>
                <a:latin typeface="Arial"/>
                <a:ea typeface="DejaVu Sans"/>
              </a:rPr>
              <a:t>4/40</a:t>
            </a:r>
            <a:endParaRPr lang="en-IN" sz="1600" b="0" strike="noStrike" spc="-1">
              <a:latin typeface="Arial"/>
            </a:endParaRPr>
          </a:p>
        </p:txBody>
      </p:sp>
      <p:sp>
        <p:nvSpPr>
          <p:cNvPr id="143" name="CustomShape 3"/>
          <p:cNvSpPr/>
          <p:nvPr/>
        </p:nvSpPr>
        <p:spPr>
          <a:xfrm>
            <a:off x="282960" y="884520"/>
            <a:ext cx="8032680" cy="6026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Autofit/>
          </a:bodyPr>
          <a:lstStyle/>
          <a:p>
            <a:pPr algn="just">
              <a:lnSpc>
                <a:spcPct val="100000"/>
              </a:lnSpc>
            </a:pPr>
            <a:r>
              <a:rPr lang="en-IN" sz="2200" b="1" u="sng" strike="noStrike" spc="-1">
                <a:solidFill>
                  <a:srgbClr val="FFFFFF"/>
                </a:solidFill>
                <a:uFillTx/>
                <a:latin typeface="Arial"/>
                <a:ea typeface="Microsoft YaHei"/>
              </a:rPr>
              <a:t>One, Two, and Three -dimensional Fluid Flow</a:t>
            </a:r>
            <a:r>
              <a:rPr lang="en-IN" sz="2200" b="0" strike="noStrike" spc="-1">
                <a:solidFill>
                  <a:srgbClr val="FFFFFF"/>
                </a:solidFill>
                <a:latin typeface="Arial"/>
                <a:ea typeface="Microsoft YaHei"/>
              </a:rPr>
              <a:t>.	One dimensional flow is that type of flow in which the flow parameter such as velocity is a function of time and one space co-ordinate only, say x.</a:t>
            </a:r>
            <a:endParaRPr lang="en-IN" sz="2200" b="0" strike="noStrike" spc="-1">
              <a:solidFill>
                <a:srgbClr val="FFFFFF"/>
              </a:solidFill>
              <a:latin typeface="Arial"/>
            </a:endParaRPr>
          </a:p>
          <a:p>
            <a:pPr marL="457200" algn="ctr">
              <a:lnSpc>
                <a:spcPct val="100000"/>
              </a:lnSpc>
            </a:pPr>
            <a:r>
              <a:rPr lang="en-IN" sz="2200" b="0" strike="noStrike" spc="-1">
                <a:solidFill>
                  <a:srgbClr val="FFFFFF"/>
                </a:solidFill>
                <a:latin typeface="Arial"/>
                <a:ea typeface="Microsoft YaHei"/>
              </a:rPr>
              <a:t>u=f(x), v=0 and w=0</a:t>
            </a:r>
            <a:endParaRPr lang="en-IN" sz="2200" b="0" strike="noStrike" spc="-1">
              <a:solidFill>
                <a:srgbClr val="FFFFFF"/>
              </a:solidFill>
              <a:latin typeface="Arial"/>
            </a:endParaRPr>
          </a:p>
          <a:p>
            <a:pPr marL="457200" algn="just">
              <a:lnSpc>
                <a:spcPct val="100000"/>
              </a:lnSpc>
            </a:pPr>
            <a:r>
              <a:rPr lang="en-IN" sz="2200" b="0" strike="noStrike" spc="-1">
                <a:solidFill>
                  <a:srgbClr val="FFFFFF"/>
                </a:solidFill>
                <a:latin typeface="Arial"/>
                <a:ea typeface="Microsoft YaHei"/>
              </a:rPr>
              <a:t>Where u,v and w are velocity component in x,y and z directions respectively.</a:t>
            </a:r>
            <a:endParaRPr lang="en-IN" sz="2200" b="0" strike="noStrike" spc="-1">
              <a:solidFill>
                <a:srgbClr val="FFFFFF"/>
              </a:solidFill>
              <a:latin typeface="Arial"/>
            </a:endParaRPr>
          </a:p>
          <a:p>
            <a:pPr marL="457200" algn="just">
              <a:lnSpc>
                <a:spcPct val="100000"/>
              </a:lnSpc>
            </a:pPr>
            <a:r>
              <a:rPr lang="en-IN" sz="2200" b="0" strike="noStrike" spc="-1">
                <a:solidFill>
                  <a:srgbClr val="FFFFFF"/>
                </a:solidFill>
                <a:latin typeface="Arial"/>
                <a:ea typeface="Microsoft YaHei"/>
              </a:rPr>
              <a:t>Two-dimensional fluid flow is the type of flow in which velocity is a function of time and two rectangular space co-ordinate say x,y.</a:t>
            </a:r>
            <a:endParaRPr lang="en-IN" sz="2200" b="0" strike="noStrike" spc="-1">
              <a:solidFill>
                <a:srgbClr val="FFFFFF"/>
              </a:solidFill>
              <a:latin typeface="Arial"/>
            </a:endParaRPr>
          </a:p>
          <a:p>
            <a:pPr marL="457200" algn="ctr">
              <a:lnSpc>
                <a:spcPct val="100000"/>
              </a:lnSpc>
            </a:pPr>
            <a:r>
              <a:rPr lang="en-IN" sz="2200" b="0" strike="noStrike" spc="-1">
                <a:solidFill>
                  <a:srgbClr val="FFFFFF"/>
                </a:solidFill>
                <a:latin typeface="Arial"/>
                <a:ea typeface="Microsoft YaHei"/>
              </a:rPr>
              <a:t>u= f (x,y), v= f (x,y) and w= 0.</a:t>
            </a:r>
            <a:endParaRPr lang="en-IN" sz="2200" b="0" strike="noStrike" spc="-1">
              <a:solidFill>
                <a:srgbClr val="FFFFFF"/>
              </a:solidFill>
              <a:latin typeface="Arial"/>
            </a:endParaRPr>
          </a:p>
          <a:p>
            <a:pPr marL="457200" algn="just">
              <a:lnSpc>
                <a:spcPct val="100000"/>
              </a:lnSpc>
            </a:pPr>
            <a:r>
              <a:rPr lang="en-IN" sz="2200" b="0" strike="noStrike" spc="-1">
                <a:solidFill>
                  <a:srgbClr val="FFFFFF"/>
                </a:solidFill>
                <a:latin typeface="Arial"/>
                <a:ea typeface="Microsoft YaHei"/>
              </a:rPr>
              <a:t>Three-dimensional fluid flow is the type of flow in which velocity is a function of time and three mutually perpendicular directions. The function of 3 space coordinates (x,y,z).</a:t>
            </a:r>
            <a:endParaRPr lang="en-IN" sz="2200" b="0" strike="noStrike" spc="-1">
              <a:solidFill>
                <a:srgbClr val="FFFFFF"/>
              </a:solidFill>
              <a:latin typeface="Arial"/>
            </a:endParaRPr>
          </a:p>
          <a:p>
            <a:pPr marL="457200" algn="ctr">
              <a:lnSpc>
                <a:spcPct val="100000"/>
              </a:lnSpc>
            </a:pPr>
            <a:r>
              <a:rPr lang="en-IN" sz="2200" b="0" strike="noStrike" spc="-1">
                <a:solidFill>
                  <a:srgbClr val="FFFFFF"/>
                </a:solidFill>
                <a:latin typeface="Arial"/>
                <a:ea typeface="Microsoft YaHei"/>
              </a:rPr>
              <a:t>u= f (x,y,z), v= f (x,y,z) and w= f (x,y,z)</a:t>
            </a:r>
            <a:endParaRPr lang="en-IN" sz="2200" b="0" strike="noStrike" spc="-1">
              <a:solidFill>
                <a:srgbClr val="FFFFFF"/>
              </a:solidFill>
              <a:latin typeface="Arial"/>
            </a:endParaRPr>
          </a:p>
        </p:txBody>
      </p:sp>
      <p:pic>
        <p:nvPicPr>
          <p:cNvPr id="144" name="Picture 2_7"/>
          <p:cNvPicPr/>
          <p:nvPr/>
        </p:nvPicPr>
        <p:blipFill>
          <a:blip r:embed="rId3"/>
          <a:stretch/>
        </p:blipFill>
        <p:spPr>
          <a:xfrm>
            <a:off x="-152280" y="-84240"/>
            <a:ext cx="1083240" cy="846000"/>
          </a:xfrm>
          <a:prstGeom prst="rect">
            <a:avLst/>
          </a:prstGeom>
          <a:ln w="0">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CustomShape 1"/>
          <p:cNvSpPr/>
          <p:nvPr/>
        </p:nvSpPr>
        <p:spPr>
          <a:xfrm>
            <a:off x="360000" y="900000"/>
            <a:ext cx="8495280" cy="5723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Autofit/>
          </a:bodyPr>
          <a:lstStyle/>
          <a:p>
            <a:pPr algn="just">
              <a:lnSpc>
                <a:spcPct val="150000"/>
              </a:lnSpc>
            </a:pPr>
            <a:r>
              <a:rPr lang="en-IN" sz="1800" b="1" u="sng" strike="noStrike" spc="-1" dirty="0">
                <a:solidFill>
                  <a:srgbClr val="FFFFFF"/>
                </a:solidFill>
                <a:uFillTx/>
                <a:latin typeface="Arial"/>
                <a:ea typeface="Microsoft YaHei"/>
              </a:rPr>
              <a:t>Continuity Equation</a:t>
            </a:r>
            <a:r>
              <a:rPr lang="en-IN" sz="1800" strike="noStrike" spc="-1" dirty="0">
                <a:solidFill>
                  <a:srgbClr val="FFFFFF"/>
                </a:solidFill>
                <a:uFillTx/>
                <a:latin typeface="Arial"/>
                <a:ea typeface="Microsoft YaHei"/>
              </a:rPr>
              <a:t>.</a:t>
            </a:r>
            <a:endParaRPr lang="en-IN" sz="1800" b="0" strike="noStrike" spc="-1" dirty="0">
              <a:solidFill>
                <a:srgbClr val="FFFFFF"/>
              </a:solidFill>
              <a:latin typeface="Arial"/>
            </a:endParaRPr>
          </a:p>
          <a:p>
            <a:pPr algn="just">
              <a:lnSpc>
                <a:spcPct val="150000"/>
              </a:lnSpc>
            </a:pPr>
            <a:r>
              <a:rPr lang="en-IN" sz="1800" b="1" strike="noStrike" spc="-1" dirty="0">
                <a:solidFill>
                  <a:srgbClr val="FFFFFF"/>
                </a:solidFill>
                <a:uFillTx/>
                <a:latin typeface="Arial"/>
                <a:ea typeface="Microsoft YaHei"/>
              </a:rPr>
              <a:t>		</a:t>
            </a:r>
            <a:r>
              <a:rPr lang="en-IN" sz="1800" b="0" strike="noStrike" spc="-1" dirty="0">
                <a:solidFill>
                  <a:srgbClr val="FFFFFF"/>
                </a:solidFill>
                <a:latin typeface="Arial"/>
                <a:ea typeface="Microsoft YaHei"/>
              </a:rPr>
              <a:t>Physical principle: Mass can neither be created nor destroyed</a:t>
            </a:r>
            <a:endParaRPr lang="en-IN" sz="1800" b="0" strike="noStrike" spc="-1" dirty="0">
              <a:solidFill>
                <a:srgbClr val="FFFFFF"/>
              </a:solidFill>
              <a:latin typeface="Arial"/>
            </a:endParaRPr>
          </a:p>
          <a:p>
            <a:pPr algn="just">
              <a:lnSpc>
                <a:spcPct val="150000"/>
              </a:lnSpc>
            </a:pPr>
            <a:endParaRPr lang="en-IN" sz="1800" b="0" strike="noStrike" spc="-1" dirty="0">
              <a:solidFill>
                <a:srgbClr val="FFFFFF"/>
              </a:solidFill>
              <a:latin typeface="Arial"/>
            </a:endParaRPr>
          </a:p>
        </p:txBody>
      </p:sp>
      <p:pic>
        <p:nvPicPr>
          <p:cNvPr id="146" name="Picture 145"/>
          <p:cNvPicPr/>
          <p:nvPr/>
        </p:nvPicPr>
        <p:blipFill>
          <a:blip r:embed="rId3"/>
          <a:stretch/>
        </p:blipFill>
        <p:spPr>
          <a:xfrm>
            <a:off x="948960" y="1800000"/>
            <a:ext cx="6430320" cy="3214440"/>
          </a:xfrm>
          <a:prstGeom prst="rect">
            <a:avLst/>
          </a:prstGeom>
          <a:ln w="0">
            <a:noFill/>
          </a:ln>
        </p:spPr>
      </p:pic>
      <p:sp>
        <p:nvSpPr>
          <p:cNvPr id="147" name="CustomShape 2"/>
          <p:cNvSpPr/>
          <p:nvPr/>
        </p:nvSpPr>
        <p:spPr>
          <a:xfrm>
            <a:off x="2628000" y="5148000"/>
            <a:ext cx="2879640" cy="539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IN" sz="1800" b="0" strike="noStrike" spc="-1" dirty="0">
                <a:solidFill>
                  <a:schemeClr val="bg1"/>
                </a:solidFill>
                <a:latin typeface="Arial"/>
              </a:rPr>
              <a:t>Fig. 1 Continuity equation</a:t>
            </a:r>
          </a:p>
        </p:txBody>
      </p:sp>
      <p:pic>
        <p:nvPicPr>
          <p:cNvPr id="148" name="Picture 2_8"/>
          <p:cNvPicPr/>
          <p:nvPr/>
        </p:nvPicPr>
        <p:blipFill>
          <a:blip r:embed="rId4"/>
          <a:stretch/>
        </p:blipFill>
        <p:spPr>
          <a:xfrm>
            <a:off x="-152280" y="-84240"/>
            <a:ext cx="1083240" cy="846000"/>
          </a:xfrm>
          <a:prstGeom prst="rect">
            <a:avLst/>
          </a:prstGeom>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CustomShape 1"/>
          <p:cNvSpPr/>
          <p:nvPr/>
        </p:nvSpPr>
        <p:spPr>
          <a:xfrm>
            <a:off x="360000" y="756000"/>
            <a:ext cx="8495280" cy="5723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Autofit/>
          </a:bodyPr>
          <a:lstStyle/>
          <a:p>
            <a:pPr algn="just">
              <a:lnSpc>
                <a:spcPct val="150000"/>
              </a:lnSpc>
            </a:pPr>
            <a:r>
              <a:rPr lang="en-IN" sz="1800" b="1" u="sng" strike="noStrike" spc="-1" dirty="0">
                <a:solidFill>
                  <a:srgbClr val="FFFFFF"/>
                </a:solidFill>
                <a:uFillTx/>
                <a:latin typeface="Arial"/>
                <a:ea typeface="Microsoft YaHei"/>
              </a:rPr>
              <a:t>Continuity Equation	</a:t>
            </a:r>
            <a:endParaRPr lang="en-IN" sz="1800" b="0" strike="noStrike" spc="-1" dirty="0">
              <a:solidFill>
                <a:srgbClr val="FFFFFF"/>
              </a:solidFill>
              <a:latin typeface="Arial"/>
            </a:endParaRPr>
          </a:p>
          <a:p>
            <a:pPr algn="just">
              <a:lnSpc>
                <a:spcPct val="150000"/>
              </a:lnSpc>
            </a:pPr>
            <a:r>
              <a:rPr lang="en-IN" sz="1800" b="1" u="sng" strike="noStrike" spc="-1" dirty="0">
                <a:solidFill>
                  <a:srgbClr val="FFFFFF"/>
                </a:solidFill>
                <a:uFillTx/>
                <a:latin typeface="Arial"/>
                <a:ea typeface="Microsoft YaHei"/>
              </a:rPr>
              <a:t>		</a:t>
            </a:r>
            <a:r>
              <a:rPr lang="en-IN" sz="1800" b="0" strike="noStrike" spc="-1" dirty="0">
                <a:solidFill>
                  <a:srgbClr val="FFFFFF"/>
                </a:solidFill>
                <a:latin typeface="Arial"/>
                <a:ea typeface="Microsoft YaHei"/>
              </a:rPr>
              <a:t>Let A</a:t>
            </a:r>
            <a:r>
              <a:rPr lang="en-IN" sz="1800" b="0" strike="noStrike" spc="-1" baseline="-14000000" dirty="0">
                <a:solidFill>
                  <a:srgbClr val="FFFFFF"/>
                </a:solidFill>
                <a:latin typeface="Arial"/>
                <a:ea typeface="Microsoft YaHei"/>
              </a:rPr>
              <a:t>1</a:t>
            </a:r>
            <a:r>
              <a:rPr lang="en-IN" sz="1800" b="0" strike="noStrike" spc="-1" dirty="0">
                <a:solidFill>
                  <a:srgbClr val="FFFFFF"/>
                </a:solidFill>
                <a:latin typeface="Arial"/>
                <a:ea typeface="Microsoft YaHei"/>
              </a:rPr>
              <a:t> be the cross-sectional area of the stream tube at point 1. Let V</a:t>
            </a:r>
            <a:r>
              <a:rPr lang="en-IN" sz="1800" b="0" strike="noStrike" spc="-1" baseline="-14000000" dirty="0">
                <a:solidFill>
                  <a:srgbClr val="FFFFFF"/>
                </a:solidFill>
                <a:latin typeface="Arial"/>
                <a:ea typeface="Microsoft YaHei"/>
              </a:rPr>
              <a:t>1</a:t>
            </a:r>
            <a:r>
              <a:rPr lang="en-IN" sz="1800" b="0" strike="noStrike" spc="-1" dirty="0">
                <a:solidFill>
                  <a:srgbClr val="FFFFFF"/>
                </a:solidFill>
                <a:latin typeface="Arial"/>
                <a:ea typeface="Microsoft YaHei"/>
              </a:rPr>
              <a:t> be the flow velocity at point 1. Now, at a given instant in time, consider all the fluid elements that are momentarily in the plane of A</a:t>
            </a:r>
            <a:r>
              <a:rPr lang="en-IN" sz="1800" b="0" strike="noStrike" spc="-1" baseline="-14000000" dirty="0">
                <a:solidFill>
                  <a:srgbClr val="FFFFFF"/>
                </a:solidFill>
                <a:latin typeface="Arial"/>
                <a:ea typeface="Microsoft YaHei"/>
              </a:rPr>
              <a:t>1. </a:t>
            </a:r>
            <a:r>
              <a:rPr lang="en-IN" sz="1800" b="0" strike="noStrike" spc="-1" dirty="0">
                <a:solidFill>
                  <a:srgbClr val="FFFFFF"/>
                </a:solidFill>
                <a:latin typeface="Arial"/>
                <a:ea typeface="Microsoft YaHei"/>
              </a:rPr>
              <a:t>After a lapse of time dt, these same fluid elements have swept out a volume ( A</a:t>
            </a:r>
            <a:r>
              <a:rPr lang="en-IN" sz="1800" b="0" strike="noStrike" spc="-1" baseline="-14000000" dirty="0">
                <a:solidFill>
                  <a:srgbClr val="FFFFFF"/>
                </a:solidFill>
                <a:latin typeface="Arial"/>
                <a:ea typeface="Microsoft YaHei"/>
              </a:rPr>
              <a:t>1</a:t>
            </a:r>
            <a:r>
              <a:rPr lang="en-IN" sz="1800" b="0" strike="noStrike" spc="-1" dirty="0">
                <a:solidFill>
                  <a:srgbClr val="FFFFFF"/>
                </a:solidFill>
                <a:latin typeface="Arial"/>
                <a:ea typeface="Microsoft YaHei"/>
              </a:rPr>
              <a:t>V</a:t>
            </a:r>
            <a:r>
              <a:rPr lang="en-IN" sz="1800" b="0" strike="noStrike" spc="-1" baseline="-14000000" dirty="0">
                <a:solidFill>
                  <a:srgbClr val="FFFFFF"/>
                </a:solidFill>
                <a:latin typeface="Arial"/>
                <a:ea typeface="Microsoft YaHei"/>
              </a:rPr>
              <a:t>1</a:t>
            </a:r>
            <a:r>
              <a:rPr lang="en-IN" sz="1800" b="0" strike="noStrike" spc="-1" dirty="0">
                <a:solidFill>
                  <a:srgbClr val="FFFFFF"/>
                </a:solidFill>
                <a:latin typeface="Arial"/>
                <a:ea typeface="Microsoft YaHei"/>
              </a:rPr>
              <a:t>dt ) downstream of point 1. The mass of gas, dm, in this volume is equal to the density times the volume, i.e.,</a:t>
            </a:r>
            <a:endParaRPr lang="en-IN" sz="1800" b="0" strike="noStrike" spc="-1" dirty="0">
              <a:solidFill>
                <a:srgbClr val="FFFFFF"/>
              </a:solidFill>
              <a:latin typeface="Arial"/>
            </a:endParaRPr>
          </a:p>
          <a:p>
            <a:pPr algn="just">
              <a:lnSpc>
                <a:spcPct val="150000"/>
              </a:lnSpc>
            </a:pPr>
            <a:endParaRPr lang="en-IN" sz="1800" b="0" strike="noStrike" spc="-1" dirty="0">
              <a:solidFill>
                <a:srgbClr val="FFFFFF"/>
              </a:solidFill>
              <a:latin typeface="Arial"/>
            </a:endParaRPr>
          </a:p>
          <a:p>
            <a:pPr algn="just">
              <a:lnSpc>
                <a:spcPct val="150000"/>
              </a:lnSpc>
            </a:pPr>
            <a:r>
              <a:rPr lang="en-IN" sz="1800" b="0" strike="noStrike" spc="-1" dirty="0">
                <a:solidFill>
                  <a:srgbClr val="FFFFFF"/>
                </a:solidFill>
                <a:latin typeface="Arial"/>
                <a:ea typeface="Microsoft YaHei"/>
              </a:rPr>
              <a:t>This is the mass of gas that has swept through area A</a:t>
            </a:r>
            <a:r>
              <a:rPr lang="en-IN" sz="1800" b="0" strike="noStrike" spc="-1" baseline="-14000000" dirty="0">
                <a:solidFill>
                  <a:srgbClr val="FFFFFF"/>
                </a:solidFill>
                <a:latin typeface="Arial"/>
                <a:ea typeface="Microsoft YaHei"/>
              </a:rPr>
              <a:t>1</a:t>
            </a:r>
            <a:r>
              <a:rPr lang="en-IN" sz="1800" b="0" strike="noStrike" spc="-1" dirty="0">
                <a:solidFill>
                  <a:srgbClr val="FFFFFF"/>
                </a:solidFill>
                <a:latin typeface="Arial"/>
                <a:ea typeface="Microsoft YaHei"/>
              </a:rPr>
              <a:t> during the time interval dt.</a:t>
            </a:r>
            <a:endParaRPr lang="en-IN" sz="1800" b="0" strike="noStrike" spc="-1" dirty="0">
              <a:solidFill>
                <a:srgbClr val="FFFFFF"/>
              </a:solidFill>
              <a:latin typeface="Arial"/>
            </a:endParaRPr>
          </a:p>
          <a:p>
            <a:pPr algn="just">
              <a:lnSpc>
                <a:spcPct val="150000"/>
              </a:lnSpc>
            </a:pPr>
            <a:r>
              <a:rPr lang="en-IN" sz="1800" b="0" strike="noStrike" spc="-1" dirty="0">
                <a:solidFill>
                  <a:srgbClr val="FFFFFF"/>
                </a:solidFill>
                <a:latin typeface="Arial"/>
                <a:ea typeface="Microsoft YaHei"/>
              </a:rPr>
              <a:t>Therefore from above Eq. For area A</a:t>
            </a:r>
            <a:r>
              <a:rPr lang="en-IN" sz="1800" b="0" strike="noStrike" spc="-1" baseline="-14000000" dirty="0">
                <a:solidFill>
                  <a:srgbClr val="FFFFFF"/>
                </a:solidFill>
                <a:latin typeface="Arial"/>
                <a:ea typeface="Microsoft YaHei"/>
              </a:rPr>
              <a:t>1,</a:t>
            </a:r>
            <a:endParaRPr lang="en-IN" sz="1800" b="0" strike="noStrike" spc="-1" dirty="0">
              <a:solidFill>
                <a:srgbClr val="FFFFFF"/>
              </a:solidFill>
              <a:latin typeface="Arial"/>
            </a:endParaRPr>
          </a:p>
          <a:p>
            <a:pPr algn="ctr">
              <a:lnSpc>
                <a:spcPct val="150000"/>
              </a:lnSpc>
            </a:pPr>
            <a:r>
              <a:rPr lang="en-IN" sz="1800" b="0" strike="noStrike" spc="-1" dirty="0">
                <a:solidFill>
                  <a:srgbClr val="FFFFFF"/>
                </a:solidFill>
                <a:latin typeface="Arial"/>
                <a:ea typeface="Microsoft YaHei"/>
              </a:rPr>
              <a:t>Mass flow = dm/dt = m</a:t>
            </a:r>
            <a:r>
              <a:rPr lang="en-IN" sz="1800" b="0" strike="noStrike" spc="-1" baseline="-14000000" dirty="0">
                <a:solidFill>
                  <a:srgbClr val="FFFFFF"/>
                </a:solidFill>
                <a:latin typeface="Arial"/>
                <a:ea typeface="Microsoft YaHei"/>
              </a:rPr>
              <a:t>1 </a:t>
            </a:r>
            <a:r>
              <a:rPr lang="en-IN" sz="1800" b="0" strike="noStrike" spc="-1" dirty="0">
                <a:solidFill>
                  <a:srgbClr val="FFFFFF"/>
                </a:solidFill>
                <a:latin typeface="Arial"/>
                <a:ea typeface="Microsoft YaHei"/>
              </a:rPr>
              <a:t> = ρ</a:t>
            </a:r>
            <a:r>
              <a:rPr lang="en-IN" sz="1800" b="0" strike="noStrike" spc="-1" baseline="-14000000" dirty="0">
                <a:solidFill>
                  <a:srgbClr val="FFFFFF"/>
                </a:solidFill>
                <a:latin typeface="Arial"/>
                <a:ea typeface="Microsoft YaHei"/>
              </a:rPr>
              <a:t>1</a:t>
            </a:r>
            <a:r>
              <a:rPr lang="en-IN" sz="1800" b="0" strike="noStrike" spc="-1" dirty="0">
                <a:solidFill>
                  <a:srgbClr val="FFFFFF"/>
                </a:solidFill>
                <a:latin typeface="Arial"/>
                <a:ea typeface="Microsoft YaHei"/>
              </a:rPr>
              <a:t>A</a:t>
            </a:r>
            <a:r>
              <a:rPr lang="en-IN" sz="1800" b="0" strike="noStrike" spc="-1" baseline="-14000000" dirty="0">
                <a:solidFill>
                  <a:srgbClr val="FFFFFF"/>
                </a:solidFill>
                <a:latin typeface="Arial"/>
                <a:ea typeface="Microsoft YaHei"/>
              </a:rPr>
              <a:t>1</a:t>
            </a:r>
            <a:r>
              <a:rPr lang="en-IN" sz="1800" b="0" strike="noStrike" spc="-1" dirty="0">
                <a:solidFill>
                  <a:srgbClr val="FFFFFF"/>
                </a:solidFill>
                <a:latin typeface="Arial"/>
                <a:ea typeface="Microsoft YaHei"/>
              </a:rPr>
              <a:t>V</a:t>
            </a:r>
            <a:r>
              <a:rPr lang="en-IN" sz="1800" b="0" strike="noStrike" spc="-1" baseline="-14000000" dirty="0">
                <a:solidFill>
                  <a:srgbClr val="FFFFFF"/>
                </a:solidFill>
                <a:latin typeface="Arial"/>
                <a:ea typeface="Microsoft YaHei"/>
              </a:rPr>
              <a:t>1  </a:t>
            </a:r>
            <a:r>
              <a:rPr lang="en-IN" sz="1800" b="0" strike="noStrike" spc="-1" dirty="0">
                <a:solidFill>
                  <a:srgbClr val="FFFFFF"/>
                </a:solidFill>
                <a:latin typeface="Arial"/>
                <a:ea typeface="Microsoft YaHei"/>
              </a:rPr>
              <a:t>kg/s or slugs/s</a:t>
            </a:r>
            <a:endParaRPr lang="en-IN" sz="1800" b="0" strike="noStrike" spc="-1" dirty="0">
              <a:solidFill>
                <a:srgbClr val="FFFFFF"/>
              </a:solidFill>
              <a:latin typeface="Arial"/>
            </a:endParaRPr>
          </a:p>
          <a:p>
            <a:pPr algn="just">
              <a:lnSpc>
                <a:spcPct val="150000"/>
              </a:lnSpc>
            </a:pPr>
            <a:r>
              <a:rPr lang="en-IN" sz="1800" b="0" strike="noStrike" spc="-1" dirty="0">
                <a:solidFill>
                  <a:srgbClr val="FFFFFF"/>
                </a:solidFill>
                <a:latin typeface="Arial"/>
                <a:ea typeface="Microsoft YaHei"/>
              </a:rPr>
              <a:t>Also, the mass flow through A</a:t>
            </a:r>
            <a:r>
              <a:rPr lang="en-IN" sz="1800" b="0" strike="noStrike" spc="-1" baseline="-14000000" dirty="0">
                <a:solidFill>
                  <a:srgbClr val="FFFFFF"/>
                </a:solidFill>
                <a:latin typeface="Arial"/>
                <a:ea typeface="Microsoft YaHei"/>
              </a:rPr>
              <a:t>2</a:t>
            </a:r>
            <a:r>
              <a:rPr lang="en-IN" sz="1800" b="0" strike="noStrike" spc="-1" dirty="0">
                <a:solidFill>
                  <a:srgbClr val="FFFFFF"/>
                </a:solidFill>
                <a:latin typeface="Arial"/>
                <a:ea typeface="Microsoft YaHei"/>
              </a:rPr>
              <a:t>, bounded by the same streamlines that go through the circumference of A</a:t>
            </a:r>
            <a:r>
              <a:rPr lang="en-IN" sz="1800" b="0" strike="noStrike" spc="-1" baseline="-14000000" dirty="0">
                <a:solidFill>
                  <a:srgbClr val="FFFFFF"/>
                </a:solidFill>
                <a:latin typeface="Arial"/>
                <a:ea typeface="Microsoft YaHei"/>
              </a:rPr>
              <a:t>1</a:t>
            </a:r>
            <a:r>
              <a:rPr lang="en-IN" sz="1800" b="0" strike="noStrike" spc="-1" dirty="0">
                <a:solidFill>
                  <a:srgbClr val="FFFFFF"/>
                </a:solidFill>
                <a:latin typeface="Arial"/>
                <a:ea typeface="Microsoft YaHei"/>
              </a:rPr>
              <a:t>, is obtained in the same fashion, as</a:t>
            </a:r>
            <a:endParaRPr lang="en-IN" sz="1800" b="0" strike="noStrike" spc="-1" dirty="0">
              <a:solidFill>
                <a:srgbClr val="FFFFFF"/>
              </a:solidFill>
              <a:latin typeface="Arial"/>
            </a:endParaRPr>
          </a:p>
          <a:p>
            <a:pPr algn="ctr">
              <a:lnSpc>
                <a:spcPct val="100000"/>
              </a:lnSpc>
            </a:pPr>
            <a:endParaRPr lang="en-IN" sz="1800" b="0" strike="noStrike" spc="-1" dirty="0">
              <a:solidFill>
                <a:srgbClr val="FFFFFF"/>
              </a:solidFill>
              <a:latin typeface="Arial"/>
            </a:endParaRPr>
          </a:p>
          <a:p>
            <a:pPr algn="just">
              <a:lnSpc>
                <a:spcPct val="150000"/>
              </a:lnSpc>
            </a:pPr>
            <a:endParaRPr lang="en-IN" sz="1800" b="0" strike="noStrike" spc="-1" dirty="0">
              <a:solidFill>
                <a:srgbClr val="FFFFFF"/>
              </a:solidFill>
              <a:latin typeface="Arial"/>
            </a:endParaRPr>
          </a:p>
        </p:txBody>
      </p:sp>
      <mc:AlternateContent xmlns:mc="http://schemas.openxmlformats.org/markup-compatibility/2006" xmlns:a14="http://schemas.microsoft.com/office/drawing/2010/main">
        <mc:Choice Requires="a14">
          <p:sp>
            <p:nvSpPr>
              <p:cNvPr id="150" name="Formula 2"/>
              <p:cNvSpPr txBox="1"/>
              <p:nvPr/>
            </p:nvSpPr>
            <p:spPr>
              <a:xfrm>
                <a:off x="2923740" y="3429000"/>
                <a:ext cx="3050640" cy="585720"/>
              </a:xfrm>
              <a:prstGeom prst="rect">
                <a:avLst/>
              </a:prstGeom>
            </p:spPr>
            <p:txBody>
              <a:bodyPr/>
              <a:lstStyle/>
              <a:p>
                <a:pPr/>
                <a14:m>
                  <m:oMathPara xmlns:m="http://schemas.openxmlformats.org/officeDocument/2006/math">
                    <m:oMathParaPr>
                      <m:jc m:val="centerGroup"/>
                    </m:oMathParaPr>
                    <m:oMath xmlns:m="http://schemas.openxmlformats.org/officeDocument/2006/math">
                      <m:r>
                        <a:rPr lang="ar-AE" smtClean="0">
                          <a:solidFill>
                            <a:schemeClr val="bg1"/>
                          </a:solidFill>
                          <a:latin typeface="Cambria Math" panose="02040503050406030204" pitchFamily="18" charset="0"/>
                        </a:rPr>
                        <m:t>𝑑𝑚</m:t>
                      </m:r>
                      <m:r>
                        <a:rPr lang="ar-AE" smtClean="0">
                          <a:solidFill>
                            <a:schemeClr val="bg1"/>
                          </a:solidFill>
                          <a:latin typeface="Cambria Math" panose="02040503050406030204" pitchFamily="18" charset="0"/>
                        </a:rPr>
                        <m:t>=</m:t>
                      </m:r>
                      <m:sSub>
                        <m:sSubPr>
                          <m:ctrlPr>
                            <a:rPr lang="ar-AE" i="1">
                              <a:solidFill>
                                <a:schemeClr val="bg1"/>
                              </a:solidFill>
                              <a:latin typeface="Cambria Math" panose="02040503050406030204" pitchFamily="18" charset="0"/>
                            </a:rPr>
                          </m:ctrlPr>
                        </m:sSubPr>
                        <m:e>
                          <m:r>
                            <a:rPr lang="ar-AE">
                              <a:solidFill>
                                <a:schemeClr val="bg1"/>
                              </a:solidFill>
                              <a:latin typeface="Cambria Math" panose="02040503050406030204" pitchFamily="18" charset="0"/>
                            </a:rPr>
                            <m:t>𝜌</m:t>
                          </m:r>
                        </m:e>
                        <m:sub>
                          <m:r>
                            <a:rPr lang="ar-AE">
                              <a:solidFill>
                                <a:schemeClr val="bg1"/>
                              </a:solidFill>
                              <a:latin typeface="Cambria Math" panose="02040503050406030204" pitchFamily="18" charset="0"/>
                            </a:rPr>
                            <m:t>1</m:t>
                          </m:r>
                        </m:sub>
                      </m:sSub>
                      <m:d>
                        <m:dPr>
                          <m:ctrlPr>
                            <a:rPr lang="ar-AE" i="1">
                              <a:solidFill>
                                <a:schemeClr val="bg1"/>
                              </a:solidFill>
                              <a:latin typeface="Cambria Math" panose="02040503050406030204" pitchFamily="18" charset="0"/>
                            </a:rPr>
                          </m:ctrlPr>
                        </m:dPr>
                        <m:e>
                          <m:sSub>
                            <m:sSubPr>
                              <m:ctrlPr>
                                <a:rPr lang="ar-AE" i="1">
                                  <a:solidFill>
                                    <a:schemeClr val="bg1"/>
                                  </a:solidFill>
                                  <a:latin typeface="Cambria Math" panose="02040503050406030204" pitchFamily="18" charset="0"/>
                                </a:rPr>
                              </m:ctrlPr>
                            </m:sSubPr>
                            <m:e>
                              <m:r>
                                <a:rPr lang="ar-AE">
                                  <a:solidFill>
                                    <a:schemeClr val="bg1"/>
                                  </a:solidFill>
                                  <a:latin typeface="Cambria Math" panose="02040503050406030204" pitchFamily="18" charset="0"/>
                                </a:rPr>
                                <m:t>𝐴</m:t>
                              </m:r>
                            </m:e>
                            <m:sub>
                              <m:r>
                                <a:rPr lang="ar-AE">
                                  <a:solidFill>
                                    <a:schemeClr val="bg1"/>
                                  </a:solidFill>
                                  <a:latin typeface="Cambria Math" panose="02040503050406030204" pitchFamily="18" charset="0"/>
                                </a:rPr>
                                <m:t>1</m:t>
                              </m:r>
                            </m:sub>
                          </m:sSub>
                          <m:sSub>
                            <m:sSubPr>
                              <m:ctrlPr>
                                <a:rPr lang="ar-AE" i="1">
                                  <a:solidFill>
                                    <a:schemeClr val="bg1"/>
                                  </a:solidFill>
                                  <a:latin typeface="Cambria Math" panose="02040503050406030204" pitchFamily="18" charset="0"/>
                                </a:rPr>
                              </m:ctrlPr>
                            </m:sSubPr>
                            <m:e>
                              <m:r>
                                <a:rPr lang="ar-AE">
                                  <a:solidFill>
                                    <a:schemeClr val="bg1"/>
                                  </a:solidFill>
                                  <a:latin typeface="Cambria Math" panose="02040503050406030204" pitchFamily="18" charset="0"/>
                                </a:rPr>
                                <m:t>𝑉</m:t>
                              </m:r>
                            </m:e>
                            <m:sub>
                              <m:r>
                                <a:rPr lang="ar-AE">
                                  <a:solidFill>
                                    <a:schemeClr val="bg1"/>
                                  </a:solidFill>
                                  <a:latin typeface="Cambria Math" panose="02040503050406030204" pitchFamily="18" charset="0"/>
                                </a:rPr>
                                <m:t>1</m:t>
                              </m:r>
                            </m:sub>
                          </m:sSub>
                          <m:r>
                            <a:rPr lang="ar-AE">
                              <a:solidFill>
                                <a:schemeClr val="bg1"/>
                              </a:solidFill>
                              <a:latin typeface="Cambria Math" panose="02040503050406030204" pitchFamily="18" charset="0"/>
                            </a:rPr>
                            <m:t>𝑑𝑡</m:t>
                          </m:r>
                        </m:e>
                      </m:d>
                    </m:oMath>
                  </m:oMathPara>
                </a14:m>
                <a:endParaRPr lang="ar-AE" dirty="0">
                  <a:solidFill>
                    <a:schemeClr val="bg1"/>
                  </a:solidFill>
                </a:endParaRPr>
              </a:p>
            </p:txBody>
          </p:sp>
        </mc:Choice>
        <mc:Fallback xmlns="">
          <p:sp>
            <p:nvSpPr>
              <p:cNvPr id="150" name="Formula 2"/>
              <p:cNvSpPr txBox="1">
                <a:spLocks noRot="1" noChangeAspect="1" noMove="1" noResize="1" noEditPoints="1" noAdjustHandles="1" noChangeArrowheads="1" noChangeShapeType="1" noTextEdit="1"/>
              </p:cNvSpPr>
              <p:nvPr/>
            </p:nvSpPr>
            <p:spPr>
              <a:xfrm>
                <a:off x="2923740" y="3429000"/>
                <a:ext cx="3050640" cy="5857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1" name="Formula 3"/>
              <p:cNvSpPr txBox="1"/>
              <p:nvPr/>
            </p:nvSpPr>
            <p:spPr>
              <a:xfrm>
                <a:off x="3258000" y="5821200"/>
                <a:ext cx="2382120" cy="524160"/>
              </a:xfrm>
              <a:prstGeom prst="rect">
                <a:avLst/>
              </a:prstGeom>
            </p:spPr>
            <p:txBody>
              <a:bodyPr/>
              <a:lstStyle/>
              <a:p>
                <a:pPr/>
                <a14:m>
                  <m:oMathPara xmlns:m="http://schemas.openxmlformats.org/officeDocument/2006/math">
                    <m:oMathParaPr>
                      <m:jc m:val="centerGroup"/>
                    </m:oMathParaPr>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𝑚</m:t>
                          </m:r>
                        </m:e>
                        <m:sub>
                          <m:r>
                            <a:rPr>
                              <a:latin typeface="Cambria Math" panose="02040503050406030204" pitchFamily="18" charset="0"/>
                            </a:rPr>
                            <m:t>2</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𝜌</m:t>
                          </m:r>
                        </m:e>
                        <m:sub>
                          <m:r>
                            <a:rPr>
                              <a:latin typeface="Cambria Math" panose="02040503050406030204" pitchFamily="18" charset="0"/>
                            </a:rPr>
                            <m:t>2</m:t>
                          </m:r>
                        </m:sub>
                      </m:sSub>
                      <m:sSub>
                        <m:sSubPr>
                          <m:ctrlPr>
                            <a:rPr i="1">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2</m:t>
                          </m:r>
                        </m:sub>
                      </m:sSub>
                      <m:sSub>
                        <m:sSubPr>
                          <m:ctrlPr>
                            <a:rPr i="1">
                              <a:latin typeface="Cambria Math" panose="02040503050406030204" pitchFamily="18" charset="0"/>
                            </a:rPr>
                          </m:ctrlPr>
                        </m:sSubPr>
                        <m:e>
                          <m:r>
                            <a:rPr>
                              <a:latin typeface="Cambria Math" panose="02040503050406030204" pitchFamily="18" charset="0"/>
                            </a:rPr>
                            <m:t>𝑉</m:t>
                          </m:r>
                        </m:e>
                        <m:sub>
                          <m:r>
                            <a:rPr>
                              <a:latin typeface="Cambria Math" panose="02040503050406030204" pitchFamily="18" charset="0"/>
                            </a:rPr>
                            <m:t>2</m:t>
                          </m:r>
                        </m:sub>
                      </m:sSub>
                    </m:oMath>
                  </m:oMathPara>
                </a14:m>
                <a:endParaRPr/>
              </a:p>
            </p:txBody>
          </p:sp>
        </mc:Choice>
        <mc:Fallback xmlns="" xmlns:p14="http://schemas.microsoft.com/office/powerpoint/2010/main" xmlns:p15="http://schemas.microsoft.com/office/powerpoint/2012/main"/>
      </mc:AlternateContent>
      <p:pic>
        <p:nvPicPr>
          <p:cNvPr id="152" name="Picture 2_9"/>
          <p:cNvPicPr/>
          <p:nvPr/>
        </p:nvPicPr>
        <p:blipFill>
          <a:blip r:embed="rId4"/>
          <a:stretch/>
        </p:blipFill>
        <p:spPr>
          <a:xfrm>
            <a:off x="-152280" y="-84240"/>
            <a:ext cx="1083240" cy="846000"/>
          </a:xfrm>
          <a:prstGeom prst="rect">
            <a:avLst/>
          </a:prstGeom>
          <a:ln w="0">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CustomShape 1"/>
          <p:cNvSpPr/>
          <p:nvPr/>
        </p:nvSpPr>
        <p:spPr>
          <a:xfrm>
            <a:off x="324000" y="720000"/>
            <a:ext cx="8495280" cy="5723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Autofit/>
          </a:bodyPr>
          <a:lstStyle/>
          <a:p>
            <a:pPr algn="just">
              <a:lnSpc>
                <a:spcPct val="150000"/>
              </a:lnSpc>
            </a:pPr>
            <a:r>
              <a:rPr lang="en-IN" sz="1800" b="1" u="sng" strike="noStrike" spc="-1" dirty="0">
                <a:solidFill>
                  <a:srgbClr val="FFFFFF"/>
                </a:solidFill>
                <a:uFillTx/>
                <a:latin typeface="Arial"/>
                <a:ea typeface="Microsoft YaHei"/>
              </a:rPr>
              <a:t>Continuity Equation</a:t>
            </a:r>
            <a:r>
              <a:rPr lang="en-IN" sz="1800" strike="noStrike" spc="-1" dirty="0">
                <a:solidFill>
                  <a:srgbClr val="FFFFFF"/>
                </a:solidFill>
                <a:uFillTx/>
                <a:latin typeface="Arial"/>
                <a:ea typeface="Microsoft YaHei"/>
              </a:rPr>
              <a:t>.</a:t>
            </a:r>
            <a:endParaRPr lang="en-IN" sz="1800" b="0" strike="noStrike" spc="-1" dirty="0">
              <a:solidFill>
                <a:srgbClr val="FFFFFF"/>
              </a:solidFill>
              <a:latin typeface="Arial"/>
            </a:endParaRPr>
          </a:p>
          <a:p>
            <a:pPr algn="just">
              <a:lnSpc>
                <a:spcPct val="150000"/>
              </a:lnSpc>
            </a:pPr>
            <a:r>
              <a:rPr lang="en-IN" sz="1800" b="1" strike="noStrike" spc="-1" dirty="0">
                <a:solidFill>
                  <a:srgbClr val="FFFFFF"/>
                </a:solidFill>
                <a:uFillTx/>
                <a:latin typeface="Arial"/>
                <a:ea typeface="Microsoft YaHei"/>
              </a:rPr>
              <a:t>	</a:t>
            </a:r>
            <a:r>
              <a:rPr lang="en-IN" sz="1800" b="0" strike="noStrike" spc="-1" dirty="0">
                <a:solidFill>
                  <a:srgbClr val="FFFFFF"/>
                </a:solidFill>
                <a:latin typeface="Arial"/>
                <a:ea typeface="Microsoft YaHei"/>
              </a:rPr>
              <a:t>Since mass can be neither created nor destroyed, we have m1 = m2. Hence</a:t>
            </a:r>
            <a:endParaRPr lang="en-IN" sz="1800" b="0" strike="noStrike" spc="-1" dirty="0">
              <a:solidFill>
                <a:srgbClr val="FFFFFF"/>
              </a:solidFill>
              <a:latin typeface="Arial"/>
            </a:endParaRPr>
          </a:p>
          <a:p>
            <a:pPr algn="ctr">
              <a:lnSpc>
                <a:spcPct val="150000"/>
              </a:lnSpc>
            </a:pPr>
            <a:r>
              <a:rPr lang="en-IN" sz="1800" b="0" strike="noStrike" spc="-1" dirty="0">
                <a:solidFill>
                  <a:srgbClr val="FFFFFF"/>
                </a:solidFill>
                <a:latin typeface="Arial"/>
                <a:ea typeface="Microsoft YaHei"/>
              </a:rPr>
              <a:t>							(Eq. 1)</a:t>
            </a:r>
            <a:endParaRPr lang="en-IN" sz="1800" b="0" strike="noStrike" spc="-1" dirty="0">
              <a:solidFill>
                <a:srgbClr val="FFFFFF"/>
              </a:solidFill>
              <a:latin typeface="Arial"/>
            </a:endParaRPr>
          </a:p>
          <a:p>
            <a:pPr algn="just">
              <a:lnSpc>
                <a:spcPct val="150000"/>
              </a:lnSpc>
            </a:pPr>
            <a:endParaRPr lang="en-IN" sz="1800" b="0" strike="noStrike" spc="-1" dirty="0">
              <a:solidFill>
                <a:srgbClr val="FFFFFF"/>
              </a:solidFill>
              <a:latin typeface="Arial"/>
            </a:endParaRPr>
          </a:p>
          <a:p>
            <a:pPr algn="just">
              <a:lnSpc>
                <a:spcPct val="150000"/>
              </a:lnSpc>
            </a:pPr>
            <a:r>
              <a:rPr lang="en-IN" sz="1800" b="0" strike="noStrike" spc="-1" dirty="0">
                <a:solidFill>
                  <a:srgbClr val="FFFFFF"/>
                </a:solidFill>
                <a:latin typeface="Arial"/>
                <a:ea typeface="Microsoft YaHei"/>
              </a:rPr>
              <a:t>This is the continuity equation for steady flow. It is simple algebraic equation which relates the values of density, velocity, and area at one section of the stream tube to the same quantities at any other section.</a:t>
            </a:r>
            <a:endParaRPr lang="en-IN" sz="1800" b="0" strike="noStrike" spc="-1" dirty="0">
              <a:solidFill>
                <a:srgbClr val="FFFFFF"/>
              </a:solidFill>
              <a:latin typeface="Arial"/>
            </a:endParaRPr>
          </a:p>
          <a:p>
            <a:pPr algn="just">
              <a:lnSpc>
                <a:spcPct val="150000"/>
              </a:lnSpc>
            </a:pPr>
            <a:r>
              <a:rPr lang="en-IN" sz="1800" b="0" u="sng" strike="noStrike" spc="-1" dirty="0">
                <a:solidFill>
                  <a:srgbClr val="FFFFFF"/>
                </a:solidFill>
                <a:uFillTx/>
                <a:latin typeface="Arial"/>
                <a:ea typeface="Microsoft YaHei"/>
              </a:rPr>
              <a:t>Incompressible Flow</a:t>
            </a:r>
            <a:r>
              <a:rPr lang="en-IN" sz="1800" b="0" strike="noStrike" spc="-1" dirty="0">
                <a:solidFill>
                  <a:srgbClr val="FFFFFF"/>
                </a:solidFill>
                <a:latin typeface="Arial"/>
                <a:ea typeface="Microsoft YaHei"/>
              </a:rPr>
              <a:t>-	flow in which the density of the fluid elements is always constant. For incompressible flow ρ</a:t>
            </a:r>
            <a:r>
              <a:rPr lang="en-IN" sz="1800" b="0" strike="noStrike" spc="-1" baseline="-14000000" dirty="0">
                <a:solidFill>
                  <a:srgbClr val="FFFFFF"/>
                </a:solidFill>
                <a:latin typeface="Arial"/>
                <a:ea typeface="Microsoft YaHei"/>
              </a:rPr>
              <a:t>1</a:t>
            </a:r>
            <a:r>
              <a:rPr lang="en-IN" sz="1800" b="0" strike="noStrike" spc="-1" dirty="0">
                <a:solidFill>
                  <a:srgbClr val="FFFFFF"/>
                </a:solidFill>
                <a:latin typeface="Arial"/>
                <a:ea typeface="Microsoft YaHei"/>
              </a:rPr>
              <a:t>=ρ</a:t>
            </a:r>
            <a:r>
              <a:rPr lang="en-IN" sz="1800" b="0" strike="noStrike" spc="-1" baseline="-14000000" dirty="0">
                <a:solidFill>
                  <a:srgbClr val="FFFFFF"/>
                </a:solidFill>
                <a:latin typeface="Arial"/>
                <a:ea typeface="Microsoft YaHei"/>
              </a:rPr>
              <a:t>2</a:t>
            </a:r>
            <a:r>
              <a:rPr lang="en-IN" sz="1800" b="0" strike="noStrike" spc="-1" dirty="0">
                <a:solidFill>
                  <a:srgbClr val="FFFFFF"/>
                </a:solidFill>
                <a:latin typeface="Arial"/>
                <a:ea typeface="Microsoft YaHei"/>
              </a:rPr>
              <a:t>, hence</a:t>
            </a:r>
            <a:endParaRPr lang="en-IN" sz="1800" b="0" strike="noStrike" spc="-1" dirty="0">
              <a:solidFill>
                <a:srgbClr val="FFFFFF"/>
              </a:solidFill>
              <a:latin typeface="Arial"/>
            </a:endParaRPr>
          </a:p>
        </p:txBody>
      </p:sp>
      <mc:AlternateContent xmlns:mc="http://schemas.openxmlformats.org/markup-compatibility/2006" xmlns:a14="http://schemas.microsoft.com/office/drawing/2010/main">
        <mc:Choice Requires="a14">
          <p:sp>
            <p:nvSpPr>
              <p:cNvPr id="154" name="Formula 2"/>
              <p:cNvSpPr txBox="1"/>
              <p:nvPr/>
            </p:nvSpPr>
            <p:spPr>
              <a:xfrm>
                <a:off x="3083040" y="1997820"/>
                <a:ext cx="3093840" cy="524520"/>
              </a:xfrm>
              <a:prstGeom prst="rect">
                <a:avLst/>
              </a:prstGeom>
            </p:spPr>
            <p:txBody>
              <a:bodyPr/>
              <a:lstStyle/>
              <a:p>
                <a:pPr/>
                <a14:m>
                  <m:oMathPara xmlns:m="http://schemas.openxmlformats.org/officeDocument/2006/math">
                    <m:oMathParaPr>
                      <m:jc m:val="centerGroup"/>
                    </m:oMathParaPr>
                    <m:oMath xmlns:m="http://schemas.openxmlformats.org/officeDocument/2006/math">
                      <m:sSub>
                        <m:sSubPr>
                          <m:ctrlPr>
                            <a:rPr lang="ar-AE" i="1" smtClean="0">
                              <a:solidFill>
                                <a:schemeClr val="bg1"/>
                              </a:solidFill>
                              <a:latin typeface="Cambria Math" panose="02040503050406030204" pitchFamily="18" charset="0"/>
                            </a:rPr>
                          </m:ctrlPr>
                        </m:sSubPr>
                        <m:e>
                          <m:r>
                            <a:rPr lang="ar-AE">
                              <a:solidFill>
                                <a:schemeClr val="bg1"/>
                              </a:solidFill>
                              <a:latin typeface="Cambria Math" panose="02040503050406030204" pitchFamily="18" charset="0"/>
                            </a:rPr>
                            <m:t>𝜌</m:t>
                          </m:r>
                        </m:e>
                        <m:sub>
                          <m:r>
                            <a:rPr lang="ar-AE">
                              <a:solidFill>
                                <a:schemeClr val="bg1"/>
                              </a:solidFill>
                              <a:latin typeface="Cambria Math" panose="02040503050406030204" pitchFamily="18" charset="0"/>
                            </a:rPr>
                            <m:t>1</m:t>
                          </m:r>
                        </m:sub>
                      </m:sSub>
                      <m:sSub>
                        <m:sSubPr>
                          <m:ctrlPr>
                            <a:rPr lang="ar-AE" i="1">
                              <a:solidFill>
                                <a:schemeClr val="bg1"/>
                              </a:solidFill>
                              <a:latin typeface="Cambria Math" panose="02040503050406030204" pitchFamily="18" charset="0"/>
                            </a:rPr>
                          </m:ctrlPr>
                        </m:sSubPr>
                        <m:e>
                          <m:r>
                            <a:rPr lang="ar-AE">
                              <a:solidFill>
                                <a:schemeClr val="bg1"/>
                              </a:solidFill>
                              <a:latin typeface="Cambria Math" panose="02040503050406030204" pitchFamily="18" charset="0"/>
                            </a:rPr>
                            <m:t>𝐴</m:t>
                          </m:r>
                        </m:e>
                        <m:sub>
                          <m:r>
                            <a:rPr lang="ar-AE">
                              <a:solidFill>
                                <a:schemeClr val="bg1"/>
                              </a:solidFill>
                              <a:latin typeface="Cambria Math" panose="02040503050406030204" pitchFamily="18" charset="0"/>
                            </a:rPr>
                            <m:t>1</m:t>
                          </m:r>
                        </m:sub>
                      </m:sSub>
                      <m:sSub>
                        <m:sSubPr>
                          <m:ctrlPr>
                            <a:rPr lang="ar-AE" i="1">
                              <a:solidFill>
                                <a:schemeClr val="bg1"/>
                              </a:solidFill>
                              <a:latin typeface="Cambria Math" panose="02040503050406030204" pitchFamily="18" charset="0"/>
                            </a:rPr>
                          </m:ctrlPr>
                        </m:sSubPr>
                        <m:e>
                          <m:r>
                            <a:rPr lang="ar-AE">
                              <a:solidFill>
                                <a:schemeClr val="bg1"/>
                              </a:solidFill>
                              <a:latin typeface="Cambria Math" panose="02040503050406030204" pitchFamily="18" charset="0"/>
                            </a:rPr>
                            <m:t>𝑉</m:t>
                          </m:r>
                        </m:e>
                        <m:sub>
                          <m:r>
                            <a:rPr lang="ar-AE">
                              <a:solidFill>
                                <a:schemeClr val="bg1"/>
                              </a:solidFill>
                              <a:latin typeface="Cambria Math" panose="02040503050406030204" pitchFamily="18" charset="0"/>
                            </a:rPr>
                            <m:t>1</m:t>
                          </m:r>
                        </m:sub>
                      </m:sSub>
                      <m:r>
                        <a:rPr lang="ar-AE">
                          <a:solidFill>
                            <a:schemeClr val="bg1"/>
                          </a:solidFill>
                          <a:latin typeface="Cambria Math" panose="02040503050406030204" pitchFamily="18" charset="0"/>
                        </a:rPr>
                        <m:t>=</m:t>
                      </m:r>
                      <m:sSub>
                        <m:sSubPr>
                          <m:ctrlPr>
                            <a:rPr lang="ar-AE" i="1">
                              <a:solidFill>
                                <a:schemeClr val="bg1"/>
                              </a:solidFill>
                              <a:latin typeface="Cambria Math" panose="02040503050406030204" pitchFamily="18" charset="0"/>
                            </a:rPr>
                          </m:ctrlPr>
                        </m:sSubPr>
                        <m:e>
                          <m:r>
                            <a:rPr lang="ar-AE">
                              <a:solidFill>
                                <a:schemeClr val="bg1"/>
                              </a:solidFill>
                              <a:latin typeface="Cambria Math" panose="02040503050406030204" pitchFamily="18" charset="0"/>
                            </a:rPr>
                            <m:t>𝜌</m:t>
                          </m:r>
                        </m:e>
                        <m:sub>
                          <m:r>
                            <a:rPr lang="ar-AE">
                              <a:solidFill>
                                <a:schemeClr val="bg1"/>
                              </a:solidFill>
                              <a:latin typeface="Cambria Math" panose="02040503050406030204" pitchFamily="18" charset="0"/>
                            </a:rPr>
                            <m:t>2</m:t>
                          </m:r>
                        </m:sub>
                      </m:sSub>
                      <m:sSub>
                        <m:sSubPr>
                          <m:ctrlPr>
                            <a:rPr lang="ar-AE" i="1">
                              <a:solidFill>
                                <a:schemeClr val="bg1"/>
                              </a:solidFill>
                              <a:latin typeface="Cambria Math" panose="02040503050406030204" pitchFamily="18" charset="0"/>
                            </a:rPr>
                          </m:ctrlPr>
                        </m:sSubPr>
                        <m:e>
                          <m:r>
                            <a:rPr lang="ar-AE">
                              <a:solidFill>
                                <a:schemeClr val="bg1"/>
                              </a:solidFill>
                              <a:latin typeface="Cambria Math" panose="02040503050406030204" pitchFamily="18" charset="0"/>
                            </a:rPr>
                            <m:t>𝐴</m:t>
                          </m:r>
                        </m:e>
                        <m:sub>
                          <m:r>
                            <a:rPr lang="ar-AE">
                              <a:solidFill>
                                <a:schemeClr val="bg1"/>
                              </a:solidFill>
                              <a:latin typeface="Cambria Math" panose="02040503050406030204" pitchFamily="18" charset="0"/>
                            </a:rPr>
                            <m:t>2</m:t>
                          </m:r>
                        </m:sub>
                      </m:sSub>
                      <m:sSub>
                        <m:sSubPr>
                          <m:ctrlPr>
                            <a:rPr lang="ar-AE" i="1">
                              <a:solidFill>
                                <a:schemeClr val="bg1"/>
                              </a:solidFill>
                              <a:latin typeface="Cambria Math" panose="02040503050406030204" pitchFamily="18" charset="0"/>
                            </a:rPr>
                          </m:ctrlPr>
                        </m:sSubPr>
                        <m:e>
                          <m:r>
                            <a:rPr lang="ar-AE">
                              <a:solidFill>
                                <a:schemeClr val="bg1"/>
                              </a:solidFill>
                              <a:latin typeface="Cambria Math" panose="02040503050406030204" pitchFamily="18" charset="0"/>
                            </a:rPr>
                            <m:t>𝑉</m:t>
                          </m:r>
                        </m:e>
                        <m:sub>
                          <m:r>
                            <a:rPr lang="ar-AE">
                              <a:solidFill>
                                <a:schemeClr val="bg1"/>
                              </a:solidFill>
                              <a:latin typeface="Cambria Math" panose="02040503050406030204" pitchFamily="18" charset="0"/>
                            </a:rPr>
                            <m:t>2</m:t>
                          </m:r>
                        </m:sub>
                      </m:sSub>
                    </m:oMath>
                  </m:oMathPara>
                </a14:m>
                <a:endParaRPr lang="ar-AE" dirty="0">
                  <a:solidFill>
                    <a:schemeClr val="bg1"/>
                  </a:solidFill>
                </a:endParaRPr>
              </a:p>
            </p:txBody>
          </p:sp>
        </mc:Choice>
        <mc:Fallback xmlns="">
          <p:sp>
            <p:nvSpPr>
              <p:cNvPr id="154" name="Formula 2"/>
              <p:cNvSpPr txBox="1">
                <a:spLocks noRot="1" noChangeAspect="1" noMove="1" noResize="1" noEditPoints="1" noAdjustHandles="1" noChangeArrowheads="1" noChangeShapeType="1" noTextEdit="1"/>
              </p:cNvSpPr>
              <p:nvPr/>
            </p:nvSpPr>
            <p:spPr>
              <a:xfrm>
                <a:off x="3083040" y="1997820"/>
                <a:ext cx="3093840" cy="5245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5" name="Formula 3"/>
              <p:cNvSpPr txBox="1"/>
              <p:nvPr/>
            </p:nvSpPr>
            <p:spPr>
              <a:xfrm>
                <a:off x="3523140" y="5213095"/>
                <a:ext cx="2213640" cy="524520"/>
              </a:xfrm>
              <a:prstGeom prst="rect">
                <a:avLst/>
              </a:prstGeom>
            </p:spPr>
            <p:txBody>
              <a:bodyPr/>
              <a:lstStyle/>
              <a:p>
                <a:pPr/>
                <a14:m>
                  <m:oMathPara xmlns:m="http://schemas.openxmlformats.org/officeDocument/2006/math">
                    <m:oMathParaPr>
                      <m:jc m:val="centerGroup"/>
                    </m:oMathParaPr>
                    <m:oMath xmlns:m="http://schemas.openxmlformats.org/officeDocument/2006/math">
                      <m:sSub>
                        <m:sSubPr>
                          <m:ctrlPr>
                            <a:rPr lang="ar-AE" i="1" smtClean="0">
                              <a:solidFill>
                                <a:schemeClr val="bg1"/>
                              </a:solidFill>
                              <a:latin typeface="Cambria Math" panose="02040503050406030204" pitchFamily="18" charset="0"/>
                            </a:rPr>
                          </m:ctrlPr>
                        </m:sSubPr>
                        <m:e>
                          <m:r>
                            <a:rPr lang="ar-AE">
                              <a:solidFill>
                                <a:schemeClr val="bg1"/>
                              </a:solidFill>
                              <a:latin typeface="Cambria Math" panose="02040503050406030204" pitchFamily="18" charset="0"/>
                            </a:rPr>
                            <m:t>𝐴</m:t>
                          </m:r>
                        </m:e>
                        <m:sub>
                          <m:r>
                            <a:rPr lang="ar-AE">
                              <a:solidFill>
                                <a:schemeClr val="bg1"/>
                              </a:solidFill>
                              <a:latin typeface="Cambria Math" panose="02040503050406030204" pitchFamily="18" charset="0"/>
                            </a:rPr>
                            <m:t>1</m:t>
                          </m:r>
                        </m:sub>
                      </m:sSub>
                      <m:sSub>
                        <m:sSubPr>
                          <m:ctrlPr>
                            <a:rPr lang="ar-AE" i="1">
                              <a:solidFill>
                                <a:schemeClr val="bg1"/>
                              </a:solidFill>
                              <a:latin typeface="Cambria Math" panose="02040503050406030204" pitchFamily="18" charset="0"/>
                            </a:rPr>
                          </m:ctrlPr>
                        </m:sSubPr>
                        <m:e>
                          <m:r>
                            <a:rPr lang="ar-AE">
                              <a:solidFill>
                                <a:schemeClr val="bg1"/>
                              </a:solidFill>
                              <a:latin typeface="Cambria Math" panose="02040503050406030204" pitchFamily="18" charset="0"/>
                            </a:rPr>
                            <m:t>𝑉</m:t>
                          </m:r>
                        </m:e>
                        <m:sub>
                          <m:r>
                            <a:rPr lang="ar-AE">
                              <a:solidFill>
                                <a:schemeClr val="bg1"/>
                              </a:solidFill>
                              <a:latin typeface="Cambria Math" panose="02040503050406030204" pitchFamily="18" charset="0"/>
                            </a:rPr>
                            <m:t>1</m:t>
                          </m:r>
                        </m:sub>
                      </m:sSub>
                      <m:r>
                        <a:rPr lang="ar-AE">
                          <a:solidFill>
                            <a:schemeClr val="bg1"/>
                          </a:solidFill>
                          <a:latin typeface="Cambria Math" panose="02040503050406030204" pitchFamily="18" charset="0"/>
                        </a:rPr>
                        <m:t>=</m:t>
                      </m:r>
                      <m:sSub>
                        <m:sSubPr>
                          <m:ctrlPr>
                            <a:rPr lang="ar-AE" i="1">
                              <a:solidFill>
                                <a:schemeClr val="bg1"/>
                              </a:solidFill>
                              <a:latin typeface="Cambria Math" panose="02040503050406030204" pitchFamily="18" charset="0"/>
                            </a:rPr>
                          </m:ctrlPr>
                        </m:sSubPr>
                        <m:e>
                          <m:r>
                            <a:rPr lang="ar-AE">
                              <a:solidFill>
                                <a:schemeClr val="bg1"/>
                              </a:solidFill>
                              <a:latin typeface="Cambria Math" panose="02040503050406030204" pitchFamily="18" charset="0"/>
                            </a:rPr>
                            <m:t>𝐴</m:t>
                          </m:r>
                        </m:e>
                        <m:sub>
                          <m:r>
                            <a:rPr lang="ar-AE">
                              <a:solidFill>
                                <a:schemeClr val="bg1"/>
                              </a:solidFill>
                              <a:latin typeface="Cambria Math" panose="02040503050406030204" pitchFamily="18" charset="0"/>
                            </a:rPr>
                            <m:t>2</m:t>
                          </m:r>
                        </m:sub>
                      </m:sSub>
                      <m:sSub>
                        <m:sSubPr>
                          <m:ctrlPr>
                            <a:rPr lang="ar-AE" i="1">
                              <a:solidFill>
                                <a:schemeClr val="bg1"/>
                              </a:solidFill>
                              <a:latin typeface="Cambria Math" panose="02040503050406030204" pitchFamily="18" charset="0"/>
                            </a:rPr>
                          </m:ctrlPr>
                        </m:sSubPr>
                        <m:e>
                          <m:r>
                            <a:rPr lang="ar-AE">
                              <a:solidFill>
                                <a:schemeClr val="bg1"/>
                              </a:solidFill>
                              <a:latin typeface="Cambria Math" panose="02040503050406030204" pitchFamily="18" charset="0"/>
                            </a:rPr>
                            <m:t>𝑉</m:t>
                          </m:r>
                        </m:e>
                        <m:sub>
                          <m:r>
                            <a:rPr lang="ar-AE">
                              <a:solidFill>
                                <a:schemeClr val="bg1"/>
                              </a:solidFill>
                              <a:latin typeface="Cambria Math" panose="02040503050406030204" pitchFamily="18" charset="0"/>
                            </a:rPr>
                            <m:t>2</m:t>
                          </m:r>
                        </m:sub>
                      </m:sSub>
                    </m:oMath>
                  </m:oMathPara>
                </a14:m>
                <a:endParaRPr lang="ar-AE" dirty="0">
                  <a:solidFill>
                    <a:schemeClr val="bg1"/>
                  </a:solidFill>
                </a:endParaRPr>
              </a:p>
            </p:txBody>
          </p:sp>
        </mc:Choice>
        <mc:Fallback xmlns="">
          <p:sp>
            <p:nvSpPr>
              <p:cNvPr id="155" name="Formula 3"/>
              <p:cNvSpPr txBox="1">
                <a:spLocks noRot="1" noChangeAspect="1" noMove="1" noResize="1" noEditPoints="1" noAdjustHandles="1" noChangeArrowheads="1" noChangeShapeType="1" noTextEdit="1"/>
              </p:cNvSpPr>
              <p:nvPr/>
            </p:nvSpPr>
            <p:spPr>
              <a:xfrm>
                <a:off x="3523140" y="5213095"/>
                <a:ext cx="2213640" cy="524520"/>
              </a:xfrm>
              <a:prstGeom prst="rect">
                <a:avLst/>
              </a:prstGeom>
              <a:blipFill>
                <a:blip r:embed="rId4"/>
                <a:stretch>
                  <a:fillRect/>
                </a:stretch>
              </a:blipFill>
            </p:spPr>
            <p:txBody>
              <a:bodyPr/>
              <a:lstStyle/>
              <a:p>
                <a:r>
                  <a:rPr lang="en-IN">
                    <a:noFill/>
                  </a:rPr>
                  <a:t> </a:t>
                </a:r>
              </a:p>
            </p:txBody>
          </p:sp>
        </mc:Fallback>
      </mc:AlternateContent>
      <p:pic>
        <p:nvPicPr>
          <p:cNvPr id="156" name="Picture 2_10"/>
          <p:cNvPicPr/>
          <p:nvPr/>
        </p:nvPicPr>
        <p:blipFill>
          <a:blip r:embed="rId5"/>
          <a:stretch/>
        </p:blipFill>
        <p:spPr>
          <a:xfrm>
            <a:off x="-152280" y="-84240"/>
            <a:ext cx="1083240" cy="846000"/>
          </a:xfrm>
          <a:prstGeom prst="rect">
            <a:avLst/>
          </a:prstGeom>
          <a:ln w="0">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CustomShape 1"/>
          <p:cNvSpPr/>
          <p:nvPr/>
        </p:nvSpPr>
        <p:spPr>
          <a:xfrm>
            <a:off x="324000" y="720000"/>
            <a:ext cx="8495280" cy="5723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Autofit/>
          </a:bodyPr>
          <a:lstStyle/>
          <a:p>
            <a:pPr algn="just">
              <a:lnSpc>
                <a:spcPct val="150000"/>
              </a:lnSpc>
            </a:pPr>
            <a:r>
              <a:rPr lang="en-IN" sz="1800" b="1" u="sng" strike="noStrike" spc="-1" dirty="0">
                <a:solidFill>
                  <a:srgbClr val="FFFFFF"/>
                </a:solidFill>
                <a:uFillTx/>
                <a:latin typeface="Arial"/>
                <a:ea typeface="Microsoft YaHei"/>
              </a:rPr>
              <a:t>Momentum Equation (Euler’s Equation)</a:t>
            </a:r>
            <a:r>
              <a:rPr lang="en-IN" sz="1800" strike="noStrike" spc="-1" dirty="0">
                <a:solidFill>
                  <a:srgbClr val="FFFFFF"/>
                </a:solidFill>
                <a:uFillTx/>
                <a:latin typeface="Arial"/>
                <a:ea typeface="Microsoft YaHei"/>
              </a:rPr>
              <a:t>.</a:t>
            </a:r>
            <a:endParaRPr lang="en-IN" sz="1800" b="0" strike="noStrike" spc="-1" dirty="0">
              <a:solidFill>
                <a:srgbClr val="FFFFFF"/>
              </a:solidFill>
              <a:latin typeface="Arial"/>
            </a:endParaRPr>
          </a:p>
          <a:p>
            <a:pPr algn="just">
              <a:lnSpc>
                <a:spcPct val="150000"/>
              </a:lnSpc>
            </a:pPr>
            <a:r>
              <a:rPr lang="en-IN" sz="1800" b="1" strike="noStrike" spc="-1" dirty="0">
                <a:solidFill>
                  <a:srgbClr val="FFFFFF"/>
                </a:solidFill>
                <a:uFillTx/>
                <a:latin typeface="Arial"/>
                <a:ea typeface="Microsoft YaHei"/>
              </a:rPr>
              <a:t>	</a:t>
            </a:r>
            <a:r>
              <a:rPr lang="en-IN" sz="1800" b="0" strike="noStrike" spc="-1" dirty="0">
                <a:solidFill>
                  <a:srgbClr val="FFFFFF"/>
                </a:solidFill>
                <a:latin typeface="Arial"/>
                <a:ea typeface="Microsoft YaHei"/>
              </a:rPr>
              <a:t>The continuity equation, is only part of the story. For example, it says nothing about the pressure in the flow; yet, we know, just from intuition, that pressure is an important flow variable. Indeed, differences in pressure from one point to another in the flow create forces that act on the fluid elements and cause them to move. Hence, there must be some relation between pressure and velocity, and that relation will be derived in this section. Again, we first state a fundamental law of physics, namely, Newton's second law</a:t>
            </a:r>
            <a:endParaRPr lang="en-IN" sz="1800" b="0" strike="noStrike" spc="-1" dirty="0">
              <a:solidFill>
                <a:srgbClr val="FFFFFF"/>
              </a:solidFill>
              <a:latin typeface="Arial"/>
            </a:endParaRPr>
          </a:p>
          <a:p>
            <a:pPr algn="just">
              <a:lnSpc>
                <a:spcPct val="150000"/>
              </a:lnSpc>
            </a:pPr>
            <a:endParaRPr lang="en-IN" sz="1800" b="0" strike="noStrike" spc="-1" dirty="0">
              <a:solidFill>
                <a:srgbClr val="FFFFFF"/>
              </a:solidFill>
              <a:latin typeface="Arial"/>
            </a:endParaRPr>
          </a:p>
          <a:p>
            <a:pPr algn="ctr">
              <a:lnSpc>
                <a:spcPct val="100000"/>
              </a:lnSpc>
            </a:pPr>
            <a:r>
              <a:rPr lang="en-IN" sz="1800" b="0" strike="noStrike" spc="-1" dirty="0">
                <a:solidFill>
                  <a:srgbClr val="FFFFFF"/>
                </a:solidFill>
                <a:latin typeface="Arial"/>
                <a:ea typeface="Microsoft YaHei"/>
              </a:rPr>
              <a:t>Physical principle: Force = mass X acceleration</a:t>
            </a:r>
            <a:endParaRPr lang="en-IN" sz="1800" b="0" strike="noStrike" spc="-1" dirty="0">
              <a:solidFill>
                <a:srgbClr val="FFFFFF"/>
              </a:solidFill>
              <a:latin typeface="Arial"/>
            </a:endParaRPr>
          </a:p>
          <a:p>
            <a:pPr>
              <a:lnSpc>
                <a:spcPct val="100000"/>
              </a:lnSpc>
            </a:pPr>
            <a:endParaRPr lang="en-IN" sz="1800" b="0" strike="noStrike" spc="-1" dirty="0">
              <a:solidFill>
                <a:srgbClr val="FFFFFF"/>
              </a:solidFill>
              <a:latin typeface="Arial"/>
            </a:endParaRPr>
          </a:p>
          <a:p>
            <a:pPr algn="just">
              <a:lnSpc>
                <a:spcPct val="150000"/>
              </a:lnSpc>
            </a:pPr>
            <a:r>
              <a:rPr lang="en-IN" sz="1800" b="0" strike="noStrike" spc="-1" dirty="0">
                <a:solidFill>
                  <a:srgbClr val="FFFFFF"/>
                </a:solidFill>
                <a:latin typeface="Arial"/>
                <a:ea typeface="Microsoft YaHei"/>
              </a:rPr>
              <a:t>		</a:t>
            </a:r>
            <a:endParaRPr lang="en-IN" sz="1800" b="0" strike="noStrike" spc="-1" dirty="0">
              <a:solidFill>
                <a:srgbClr val="FFFFFF"/>
              </a:solidFill>
              <a:latin typeface="Arial"/>
            </a:endParaRPr>
          </a:p>
        </p:txBody>
      </p:sp>
      <p:pic>
        <p:nvPicPr>
          <p:cNvPr id="158" name="Picture 2_11"/>
          <p:cNvPicPr/>
          <p:nvPr/>
        </p:nvPicPr>
        <p:blipFill>
          <a:blip r:embed="rId3"/>
          <a:stretch/>
        </p:blipFill>
        <p:spPr>
          <a:xfrm>
            <a:off x="-152280" y="-84240"/>
            <a:ext cx="1083240" cy="846000"/>
          </a:xfrm>
          <a:prstGeom prst="rect">
            <a:avLst/>
          </a:prstGeom>
          <a:ln w="0">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CustomShape 1"/>
          <p:cNvSpPr/>
          <p:nvPr/>
        </p:nvSpPr>
        <p:spPr>
          <a:xfrm>
            <a:off x="324000" y="720000"/>
            <a:ext cx="8495280" cy="5723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Autofit/>
          </a:bodyPr>
          <a:lstStyle/>
          <a:p>
            <a:pPr algn="just">
              <a:lnSpc>
                <a:spcPct val="150000"/>
              </a:lnSpc>
            </a:pPr>
            <a:r>
              <a:rPr lang="en-IN" sz="1800" b="1" u="sng" strike="noStrike" spc="-1" dirty="0">
                <a:solidFill>
                  <a:srgbClr val="FFFFFF"/>
                </a:solidFill>
                <a:uFillTx/>
                <a:latin typeface="Arial"/>
                <a:ea typeface="Microsoft YaHei"/>
              </a:rPr>
              <a:t>Momentum Equation (Euler’s Equation)</a:t>
            </a:r>
            <a:r>
              <a:rPr lang="en-IN" sz="1800" strike="noStrike" spc="-1" dirty="0">
                <a:solidFill>
                  <a:srgbClr val="FFFFFF"/>
                </a:solidFill>
                <a:uFillTx/>
                <a:latin typeface="Arial"/>
                <a:ea typeface="Microsoft YaHei"/>
              </a:rPr>
              <a:t>.</a:t>
            </a:r>
            <a:endParaRPr lang="en-IN" sz="1800" b="0" strike="noStrike" spc="-1" dirty="0">
              <a:solidFill>
                <a:srgbClr val="FFFFFF"/>
              </a:solidFill>
              <a:latin typeface="Arial"/>
            </a:endParaRPr>
          </a:p>
          <a:p>
            <a:pPr algn="just">
              <a:lnSpc>
                <a:spcPct val="150000"/>
              </a:lnSpc>
            </a:pPr>
            <a:r>
              <a:rPr lang="en-IN" sz="1800" b="1" strike="noStrike" spc="-1" dirty="0">
                <a:solidFill>
                  <a:srgbClr val="FFFFFF"/>
                </a:solidFill>
                <a:uFillTx/>
                <a:latin typeface="Arial"/>
                <a:ea typeface="Microsoft YaHei"/>
              </a:rPr>
              <a:t>	</a:t>
            </a:r>
            <a:r>
              <a:rPr lang="en-IN" sz="1800" b="0" strike="noStrike" spc="-1" dirty="0">
                <a:solidFill>
                  <a:srgbClr val="FFFFFF"/>
                </a:solidFill>
                <a:latin typeface="Arial"/>
                <a:ea typeface="Microsoft YaHei"/>
              </a:rPr>
              <a:t>To apply this principle to a flowing gas, consider an infinitesimally small fluid element moving along a streamline with velocity V, as shown in Figure 2. At some given instant, the element is located at point P. The element is moving in the x direction, where the x axis is oriented parallel to the streamline at point P. The y and z axes are mutually perpendicular to x. The fluid element is very small, infinitesimally small. However, looking at it through a magnifying glass, we see the picture shown at the upper right of Figure 2. Question: What is the force on this element? Physically, the force is a combination of three phenomena:</a:t>
            </a:r>
            <a:endParaRPr lang="en-IN" sz="1800" b="0" strike="noStrike" spc="-1" dirty="0">
              <a:solidFill>
                <a:srgbClr val="FFFFFF"/>
              </a:solidFill>
              <a:latin typeface="Arial"/>
            </a:endParaRPr>
          </a:p>
          <a:p>
            <a:pPr algn="just">
              <a:lnSpc>
                <a:spcPct val="150000"/>
              </a:lnSpc>
            </a:pPr>
            <a:r>
              <a:rPr lang="en-IN" sz="1800" b="0" strike="noStrike" spc="-1" dirty="0">
                <a:solidFill>
                  <a:srgbClr val="FFFFFF"/>
                </a:solidFill>
                <a:latin typeface="Arial"/>
                <a:ea typeface="Microsoft YaHei"/>
              </a:rPr>
              <a:t>	a). Pressure acting in a normal direction on all six faces of the element</a:t>
            </a:r>
            <a:endParaRPr lang="en-IN" sz="1800" b="0" strike="noStrike" spc="-1" dirty="0">
              <a:solidFill>
                <a:srgbClr val="FFFFFF"/>
              </a:solidFill>
              <a:latin typeface="Arial"/>
            </a:endParaRPr>
          </a:p>
          <a:p>
            <a:pPr algn="just">
              <a:lnSpc>
                <a:spcPct val="150000"/>
              </a:lnSpc>
            </a:pPr>
            <a:r>
              <a:rPr lang="en-IN" sz="1800" b="0" strike="noStrike" spc="-1" dirty="0">
                <a:solidFill>
                  <a:srgbClr val="FFFFFF"/>
                </a:solidFill>
                <a:latin typeface="Arial"/>
                <a:ea typeface="Microsoft YaHei"/>
              </a:rPr>
              <a:t>	b). Frictional shear acting tangentially on all six faces of the element</a:t>
            </a:r>
            <a:endParaRPr lang="en-IN" sz="1800" b="0" strike="noStrike" spc="-1" dirty="0">
              <a:solidFill>
                <a:srgbClr val="FFFFFF"/>
              </a:solidFill>
              <a:latin typeface="Arial"/>
            </a:endParaRPr>
          </a:p>
          <a:p>
            <a:pPr algn="just">
              <a:lnSpc>
                <a:spcPct val="150000"/>
              </a:lnSpc>
            </a:pPr>
            <a:r>
              <a:rPr lang="en-IN" sz="1800" b="0" strike="noStrike" spc="-1" dirty="0">
                <a:solidFill>
                  <a:srgbClr val="FFFFFF"/>
                </a:solidFill>
                <a:latin typeface="Arial"/>
                <a:ea typeface="Microsoft YaHei"/>
              </a:rPr>
              <a:t>	c). Gravity acting on the mass inside the element</a:t>
            </a:r>
            <a:endParaRPr lang="en-IN" sz="1800" b="0" strike="noStrike" spc="-1" dirty="0">
              <a:solidFill>
                <a:srgbClr val="FFFFFF"/>
              </a:solidFill>
              <a:latin typeface="Arial"/>
            </a:endParaRPr>
          </a:p>
          <a:p>
            <a:pPr algn="just">
              <a:lnSpc>
                <a:spcPct val="150000"/>
              </a:lnSpc>
            </a:pPr>
            <a:r>
              <a:rPr lang="en-IN" sz="1800" b="0" strike="noStrike" spc="-1" dirty="0">
                <a:solidFill>
                  <a:srgbClr val="FFFFFF"/>
                </a:solidFill>
                <a:latin typeface="Arial"/>
                <a:ea typeface="Microsoft YaHei"/>
              </a:rPr>
              <a:t>		</a:t>
            </a:r>
            <a:endParaRPr lang="en-IN" sz="1800" b="0" strike="noStrike" spc="-1" dirty="0">
              <a:solidFill>
                <a:srgbClr val="FFFFFF"/>
              </a:solidFill>
              <a:latin typeface="Arial"/>
            </a:endParaRPr>
          </a:p>
        </p:txBody>
      </p:sp>
      <p:pic>
        <p:nvPicPr>
          <p:cNvPr id="160" name="Picture 2_12"/>
          <p:cNvPicPr/>
          <p:nvPr/>
        </p:nvPicPr>
        <p:blipFill>
          <a:blip r:embed="rId3"/>
          <a:stretch/>
        </p:blipFill>
        <p:spPr>
          <a:xfrm>
            <a:off x="-152280" y="-84240"/>
            <a:ext cx="1083240" cy="846000"/>
          </a:xfrm>
          <a:prstGeom prst="rect">
            <a:avLst/>
          </a:prstGeom>
          <a:ln w="0">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CustomShape 1"/>
          <p:cNvSpPr/>
          <p:nvPr/>
        </p:nvSpPr>
        <p:spPr>
          <a:xfrm>
            <a:off x="324000" y="720000"/>
            <a:ext cx="8495280" cy="5723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Autofit/>
          </a:bodyPr>
          <a:lstStyle/>
          <a:p>
            <a:pPr algn="just">
              <a:lnSpc>
                <a:spcPct val="150000"/>
              </a:lnSpc>
            </a:pPr>
            <a:r>
              <a:rPr lang="en-IN" sz="1800" b="1" u="sng" strike="noStrike" spc="-1">
                <a:solidFill>
                  <a:srgbClr val="FFFFFF"/>
                </a:solidFill>
                <a:uFillTx/>
                <a:latin typeface="Arial"/>
                <a:ea typeface="Microsoft YaHei"/>
              </a:rPr>
              <a:t>Bernoulli's Equation</a:t>
            </a:r>
            <a:r>
              <a:rPr lang="en-IN" sz="1800" b="0" strike="noStrike" spc="-1">
                <a:solidFill>
                  <a:srgbClr val="FFFFFF"/>
                </a:solidFill>
                <a:latin typeface="Arial"/>
                <a:ea typeface="Microsoft YaHei"/>
              </a:rPr>
              <a:t>	</a:t>
            </a:r>
            <a:endParaRPr lang="en-IN" sz="1800" b="0" strike="noStrike" spc="-1">
              <a:solidFill>
                <a:srgbClr val="FFFFFF"/>
              </a:solidFill>
              <a:latin typeface="Arial"/>
            </a:endParaRPr>
          </a:p>
          <a:p>
            <a:pPr algn="just">
              <a:lnSpc>
                <a:spcPct val="150000"/>
              </a:lnSpc>
            </a:pPr>
            <a:r>
              <a:rPr lang="en-IN" sz="1800" b="0" strike="noStrike" spc="-1">
                <a:solidFill>
                  <a:srgbClr val="FFFFFF"/>
                </a:solidFill>
                <a:latin typeface="Arial"/>
                <a:ea typeface="Microsoft YaHei"/>
              </a:rPr>
              <a:t>(c) For a compressible flow, Eq. 2 must be used, with ρ treated as a variable. Bernoulli's equation must not be used for compressible flow.</a:t>
            </a:r>
            <a:endParaRPr lang="en-IN" sz="1800" b="0" strike="noStrike" spc="-1">
              <a:solidFill>
                <a:srgbClr val="FFFFFF"/>
              </a:solidFill>
              <a:latin typeface="Arial"/>
            </a:endParaRPr>
          </a:p>
          <a:p>
            <a:pPr algn="just">
              <a:lnSpc>
                <a:spcPct val="150000"/>
              </a:lnSpc>
            </a:pPr>
            <a:r>
              <a:rPr lang="en-IN" sz="1800" b="0" strike="noStrike" spc="-1">
                <a:solidFill>
                  <a:srgbClr val="FFFFFF"/>
                </a:solidFill>
                <a:latin typeface="Arial"/>
                <a:ea typeface="Microsoft YaHei"/>
              </a:rPr>
              <a:t>(d) Remember that Eqs. 2 and 3 say that F = ma for a fluid flow. They are essentially Newton's second law applied to fluid dynamics.		</a:t>
            </a:r>
            <a:endParaRPr lang="en-IN" sz="1800" b="0" strike="noStrike" spc="-1">
              <a:solidFill>
                <a:srgbClr val="FFFFFF"/>
              </a:solidFill>
              <a:latin typeface="Arial"/>
            </a:endParaRPr>
          </a:p>
        </p:txBody>
      </p:sp>
      <p:pic>
        <p:nvPicPr>
          <p:cNvPr id="162" name="Picture 2_20"/>
          <p:cNvPicPr/>
          <p:nvPr/>
        </p:nvPicPr>
        <p:blipFill>
          <a:blip r:embed="rId3"/>
          <a:stretch/>
        </p:blipFill>
        <p:spPr>
          <a:xfrm>
            <a:off x="-152280" y="-84240"/>
            <a:ext cx="1083240" cy="846000"/>
          </a:xfrm>
          <a:prstGeom prst="rect">
            <a:avLst/>
          </a:prstGeom>
          <a:ln w="0">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CustomShape 1"/>
          <p:cNvSpPr/>
          <p:nvPr/>
        </p:nvSpPr>
        <p:spPr>
          <a:xfrm>
            <a:off x="324000" y="720000"/>
            <a:ext cx="8495280" cy="5723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Autofit/>
          </a:bodyPr>
          <a:lstStyle/>
          <a:p>
            <a:pPr algn="just">
              <a:lnSpc>
                <a:spcPct val="150000"/>
              </a:lnSpc>
            </a:pPr>
            <a:r>
              <a:rPr lang="en-IN" sz="1800" b="1" u="sng" strike="noStrike" spc="-1">
                <a:solidFill>
                  <a:srgbClr val="FFFFFF"/>
                </a:solidFill>
                <a:uFillTx/>
                <a:latin typeface="Arial"/>
                <a:ea typeface="Microsoft YaHei"/>
              </a:rPr>
              <a:t>Momentum Equation (Euler’s Equation)	</a:t>
            </a:r>
            <a:endParaRPr lang="en-IN" sz="1800" b="0" strike="noStrike" spc="-1">
              <a:solidFill>
                <a:srgbClr val="FFFFFF"/>
              </a:solidFill>
              <a:latin typeface="Arial"/>
            </a:endParaRPr>
          </a:p>
          <a:p>
            <a:pPr algn="just">
              <a:lnSpc>
                <a:spcPct val="150000"/>
              </a:lnSpc>
            </a:pPr>
            <a:r>
              <a:rPr lang="en-IN" sz="1800" b="1" u="sng" strike="noStrike" spc="-1">
                <a:solidFill>
                  <a:srgbClr val="FFFFFF"/>
                </a:solidFill>
                <a:uFillTx/>
                <a:latin typeface="Arial"/>
                <a:ea typeface="Microsoft YaHei"/>
              </a:rPr>
              <a:t>	</a:t>
            </a:r>
            <a:endParaRPr lang="en-IN" sz="1800" b="0" strike="noStrike" spc="-1">
              <a:solidFill>
                <a:srgbClr val="FFFFFF"/>
              </a:solidFill>
              <a:latin typeface="Arial"/>
            </a:endParaRPr>
          </a:p>
        </p:txBody>
      </p:sp>
      <p:pic>
        <p:nvPicPr>
          <p:cNvPr id="164" name="Picture 163"/>
          <p:cNvPicPr/>
          <p:nvPr/>
        </p:nvPicPr>
        <p:blipFill>
          <a:blip r:embed="rId3"/>
          <a:stretch/>
        </p:blipFill>
        <p:spPr>
          <a:xfrm>
            <a:off x="0" y="1315800"/>
            <a:ext cx="9143280" cy="4267800"/>
          </a:xfrm>
          <a:prstGeom prst="rect">
            <a:avLst/>
          </a:prstGeom>
          <a:ln w="0">
            <a:noFill/>
          </a:ln>
        </p:spPr>
      </p:pic>
      <p:sp>
        <p:nvSpPr>
          <p:cNvPr id="165" name="CustomShape 2"/>
          <p:cNvSpPr/>
          <p:nvPr/>
        </p:nvSpPr>
        <p:spPr>
          <a:xfrm>
            <a:off x="3240000" y="5697720"/>
            <a:ext cx="2699640" cy="601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IN" sz="1800" b="0" strike="noStrike" spc="-1" dirty="0">
                <a:solidFill>
                  <a:schemeClr val="bg1"/>
                </a:solidFill>
                <a:latin typeface="Arial"/>
              </a:rPr>
              <a:t>Fig. 2 Euler’s Equation</a:t>
            </a:r>
          </a:p>
        </p:txBody>
      </p:sp>
      <p:pic>
        <p:nvPicPr>
          <p:cNvPr id="166" name="Picture 2_13"/>
          <p:cNvPicPr/>
          <p:nvPr/>
        </p:nvPicPr>
        <p:blipFill>
          <a:blip r:embed="rId4"/>
          <a:stretch/>
        </p:blipFill>
        <p:spPr>
          <a:xfrm>
            <a:off x="-152280" y="-84240"/>
            <a:ext cx="1083240" cy="846000"/>
          </a:xfrm>
          <a:prstGeom prst="rect">
            <a:avLst/>
          </a:prstGeom>
          <a:ln w="0">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CustomShape 1"/>
          <p:cNvSpPr/>
          <p:nvPr/>
        </p:nvSpPr>
        <p:spPr>
          <a:xfrm>
            <a:off x="324000" y="720000"/>
            <a:ext cx="8495280" cy="5723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Autofit/>
          </a:bodyPr>
          <a:lstStyle/>
          <a:p>
            <a:pPr algn="just">
              <a:lnSpc>
                <a:spcPct val="150000"/>
              </a:lnSpc>
            </a:pPr>
            <a:r>
              <a:rPr lang="en-IN" sz="1800" b="1" u="sng" strike="noStrike" spc="-1">
                <a:solidFill>
                  <a:srgbClr val="FFFFFF"/>
                </a:solidFill>
                <a:uFillTx/>
                <a:latin typeface="Arial"/>
                <a:ea typeface="Microsoft YaHei"/>
              </a:rPr>
              <a:t>Momentum Equation (Euler’s Equation)	</a:t>
            </a:r>
            <a:r>
              <a:rPr lang="en-IN" sz="1800" b="0" strike="noStrike" spc="-1">
                <a:solidFill>
                  <a:srgbClr val="FFFFFF"/>
                </a:solidFill>
                <a:latin typeface="Arial"/>
                <a:ea typeface="Microsoft YaHei"/>
              </a:rPr>
              <a:t>For the time being, we will ignore the presence of frictional forces; moreover, the gravity force is generally a small contribution to the total force. Therefore, we will assume that the only source of a force on the fluid element is pressure. To calculate this force, let the dimensions of the fluid element be dx, dy, and dz, as shown in Figure 2. Consider the left and right faces, which are perpendicular to the x axis. The pressure on the left face is p. The area of the left face is dydz, hence the force on the left face is . This force is in the positive x direction. Now recall that pressure varies from point to point in the flow. Hence, there is some change in pressure per unit length, symbolized by the derivative dp/dx. Thus, if we move away from the left face by a distance dx along the x axis, the change in pressure is . Consequently, the pressure on the right face is p+(dp/dx)dx. The area of the right face is also dydz, hence the force on the right face is [p+(dp/dx)dx](dydz). This force acts in the negative x direction, as shown in Figure 2.</a:t>
            </a:r>
            <a:endParaRPr lang="en-IN" sz="1800" b="0" strike="noStrike" spc="-1">
              <a:solidFill>
                <a:srgbClr val="FFFFFF"/>
              </a:solidFill>
              <a:latin typeface="Arial"/>
            </a:endParaRPr>
          </a:p>
        </p:txBody>
      </p:sp>
      <p:pic>
        <p:nvPicPr>
          <p:cNvPr id="168" name="Picture 2_14"/>
          <p:cNvPicPr/>
          <p:nvPr/>
        </p:nvPicPr>
        <p:blipFill>
          <a:blip r:embed="rId3"/>
          <a:stretch/>
        </p:blipFill>
        <p:spPr>
          <a:xfrm>
            <a:off x="-152280" y="-84240"/>
            <a:ext cx="1083240" cy="846000"/>
          </a:xfrm>
          <a:prstGeom prst="rect">
            <a:avLst/>
          </a:prstGeom>
          <a:ln w="0">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CustomShape 1"/>
          <p:cNvSpPr/>
          <p:nvPr/>
        </p:nvSpPr>
        <p:spPr>
          <a:xfrm>
            <a:off x="324000" y="720000"/>
            <a:ext cx="8495280" cy="5723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Autofit/>
          </a:bodyPr>
          <a:lstStyle/>
          <a:p>
            <a:pPr algn="just">
              <a:lnSpc>
                <a:spcPct val="150000"/>
              </a:lnSpc>
            </a:pPr>
            <a:r>
              <a:rPr lang="en-IN" sz="1800" b="1" u="sng" strike="noStrike" spc="-1" dirty="0">
                <a:solidFill>
                  <a:srgbClr val="FFFFFF"/>
                </a:solidFill>
                <a:uFillTx/>
                <a:latin typeface="Arial"/>
                <a:ea typeface="Microsoft YaHei"/>
              </a:rPr>
              <a:t>Momentum Equation (Euler’s Equation)	</a:t>
            </a:r>
            <a:r>
              <a:rPr lang="en-IN" sz="1800" b="0" strike="noStrike" spc="-1" dirty="0">
                <a:solidFill>
                  <a:srgbClr val="FFFFFF"/>
                </a:solidFill>
                <a:latin typeface="Arial"/>
                <a:ea typeface="Microsoft YaHei"/>
              </a:rPr>
              <a:t>The net force in the x direction, F, is the sum of the two:</a:t>
            </a:r>
            <a:endParaRPr lang="en-IN" sz="1800" b="0" strike="noStrike" spc="-1" dirty="0">
              <a:solidFill>
                <a:srgbClr val="FFFFFF"/>
              </a:solidFill>
              <a:latin typeface="Arial"/>
            </a:endParaRPr>
          </a:p>
          <a:p>
            <a:pPr algn="just">
              <a:lnSpc>
                <a:spcPct val="150000"/>
              </a:lnSpc>
            </a:pPr>
            <a:endParaRPr lang="en-IN" sz="1800" b="0" strike="noStrike" spc="-1" dirty="0">
              <a:solidFill>
                <a:srgbClr val="FFFFFF"/>
              </a:solidFill>
              <a:latin typeface="Arial"/>
            </a:endParaRPr>
          </a:p>
          <a:p>
            <a:pPr algn="just">
              <a:lnSpc>
                <a:spcPct val="150000"/>
              </a:lnSpc>
            </a:pPr>
            <a:endParaRPr lang="en-IN" sz="1800" b="0" strike="noStrike" spc="-1" dirty="0">
              <a:solidFill>
                <a:srgbClr val="FFFFFF"/>
              </a:solidFill>
              <a:latin typeface="Arial"/>
            </a:endParaRPr>
          </a:p>
          <a:p>
            <a:pPr algn="just">
              <a:lnSpc>
                <a:spcPct val="150000"/>
              </a:lnSpc>
            </a:pPr>
            <a:r>
              <a:rPr lang="en-IN" sz="1800" b="0" strike="noStrike" spc="-1" dirty="0">
                <a:solidFill>
                  <a:srgbClr val="FFFFFF"/>
                </a:solidFill>
                <a:latin typeface="Arial"/>
                <a:ea typeface="Microsoft YaHei"/>
              </a:rPr>
              <a:t>		or</a:t>
            </a:r>
            <a:endParaRPr lang="en-IN" sz="1800" b="0" strike="noStrike" spc="-1" dirty="0">
              <a:solidFill>
                <a:srgbClr val="FFFFFF"/>
              </a:solidFill>
              <a:latin typeface="Arial"/>
            </a:endParaRPr>
          </a:p>
          <a:p>
            <a:pPr algn="just">
              <a:lnSpc>
                <a:spcPct val="150000"/>
              </a:lnSpc>
            </a:pPr>
            <a:r>
              <a:rPr lang="en-IN" sz="1800" b="0" strike="noStrike" spc="-1" dirty="0">
                <a:solidFill>
                  <a:srgbClr val="FFFFFF"/>
                </a:solidFill>
                <a:latin typeface="Arial"/>
                <a:ea typeface="Microsoft YaHei"/>
              </a:rPr>
              <a:t>Equation gives the force on the fluid element due to pressure. Because of the convenience of choosing the x axis in the flow direction, the pressures on the faces parallel to the streamlines do not affect the motion of the element along the streamline. The mass of the fluid element is the density ρ multiplied by the volume </a:t>
            </a:r>
            <a:r>
              <a:rPr lang="en-IN" sz="1800" b="0" strike="noStrike" spc="-1" dirty="0" err="1">
                <a:solidFill>
                  <a:srgbClr val="FFFFFF"/>
                </a:solidFill>
                <a:latin typeface="Arial"/>
                <a:ea typeface="Microsoft YaHei"/>
              </a:rPr>
              <a:t>dxdydz</a:t>
            </a:r>
            <a:r>
              <a:rPr lang="en-IN" sz="1800" b="0" strike="noStrike" spc="-1" dirty="0">
                <a:solidFill>
                  <a:srgbClr val="FFFFFF"/>
                </a:solidFill>
                <a:latin typeface="Arial"/>
                <a:ea typeface="Microsoft YaHei"/>
              </a:rPr>
              <a:t>:</a:t>
            </a:r>
            <a:endParaRPr lang="en-IN" sz="1800" b="0" strike="noStrike" spc="-1" dirty="0">
              <a:solidFill>
                <a:srgbClr val="FFFFFF"/>
              </a:solidFill>
              <a:latin typeface="Arial"/>
            </a:endParaRPr>
          </a:p>
          <a:p>
            <a:pPr algn="just">
              <a:lnSpc>
                <a:spcPct val="150000"/>
              </a:lnSpc>
            </a:pPr>
            <a:r>
              <a:rPr lang="en-IN" sz="1800" b="0" strike="noStrike" spc="-1" dirty="0">
                <a:solidFill>
                  <a:srgbClr val="FFFFFF"/>
                </a:solidFill>
                <a:latin typeface="Arial"/>
                <a:ea typeface="Microsoft YaHei"/>
              </a:rPr>
              <a:t>Also, the acceleration a of the fluid element is, by definition of acceleration (rate of change of velocity), a = </a:t>
            </a:r>
            <a:r>
              <a:rPr lang="en-IN" sz="1800" b="0" strike="noStrike" spc="-1" dirty="0" err="1">
                <a:solidFill>
                  <a:srgbClr val="FFFFFF"/>
                </a:solidFill>
                <a:latin typeface="Arial"/>
                <a:ea typeface="Microsoft YaHei"/>
              </a:rPr>
              <a:t>dV</a:t>
            </a:r>
            <a:r>
              <a:rPr lang="en-IN" sz="1800" b="0" strike="noStrike" spc="-1" dirty="0">
                <a:solidFill>
                  <a:srgbClr val="FFFFFF"/>
                </a:solidFill>
                <a:latin typeface="Arial"/>
                <a:ea typeface="Microsoft YaHei"/>
              </a:rPr>
              <a:t>/dt. Noting that, also by definition, V = dx/dt, we can write- 					</a:t>
            </a:r>
            <a:endParaRPr lang="en-IN" sz="1800" b="0" strike="noStrike" spc="-1" dirty="0">
              <a:solidFill>
                <a:srgbClr val="FFFFFF"/>
              </a:solidFill>
              <a:latin typeface="Arial"/>
            </a:endParaRPr>
          </a:p>
        </p:txBody>
      </p:sp>
      <mc:AlternateContent xmlns:mc="http://schemas.openxmlformats.org/markup-compatibility/2006" xmlns:a14="http://schemas.microsoft.com/office/drawing/2010/main">
        <mc:Choice Requires="a14">
          <p:sp>
            <p:nvSpPr>
              <p:cNvPr id="170" name="Formula 2"/>
              <p:cNvSpPr txBox="1"/>
              <p:nvPr/>
            </p:nvSpPr>
            <p:spPr>
              <a:xfrm>
                <a:off x="2341208" y="1368000"/>
                <a:ext cx="4460863" cy="592200"/>
              </a:xfrm>
              <a:prstGeom prst="rect">
                <a:avLst/>
              </a:prstGeom>
            </p:spPr>
            <p:txBody>
              <a:bodyPr/>
              <a:lstStyle/>
              <a:p>
                <a:pPr/>
                <a14:m>
                  <m:oMathPara xmlns:m="http://schemas.openxmlformats.org/officeDocument/2006/math">
                    <m:oMathParaPr>
                      <m:jc m:val="centerGroup"/>
                    </m:oMathParaPr>
                    <m:oMath xmlns:m="http://schemas.openxmlformats.org/officeDocument/2006/math">
                      <m:r>
                        <a:rPr lang="ar-AE" smtClean="0">
                          <a:solidFill>
                            <a:schemeClr val="bg1"/>
                          </a:solidFill>
                          <a:latin typeface="Cambria Math" panose="02040503050406030204" pitchFamily="18" charset="0"/>
                        </a:rPr>
                        <m:t>𝐹</m:t>
                      </m:r>
                      <m:r>
                        <a:rPr lang="ar-AE" smtClean="0">
                          <a:solidFill>
                            <a:schemeClr val="bg1"/>
                          </a:solidFill>
                          <a:latin typeface="Cambria Math" panose="02040503050406030204" pitchFamily="18" charset="0"/>
                        </a:rPr>
                        <m:t>=</m:t>
                      </m:r>
                      <m:r>
                        <a:rPr lang="ar-AE" smtClean="0">
                          <a:solidFill>
                            <a:schemeClr val="bg1"/>
                          </a:solidFill>
                          <a:latin typeface="Cambria Math" panose="02040503050406030204" pitchFamily="18" charset="0"/>
                        </a:rPr>
                        <m:t>𝑝𝑑𝑦𝑑𝑧</m:t>
                      </m:r>
                      <m:r>
                        <a:rPr lang="ar-AE">
                          <a:solidFill>
                            <a:schemeClr val="bg1"/>
                          </a:solidFill>
                          <a:latin typeface="Cambria Math" panose="02040503050406030204" pitchFamily="18" charset="0"/>
                        </a:rPr>
                        <m:t>−</m:t>
                      </m:r>
                      <m:d>
                        <m:dPr>
                          <m:ctrlPr>
                            <a:rPr lang="ar-AE" i="1">
                              <a:solidFill>
                                <a:schemeClr val="bg1"/>
                              </a:solidFill>
                              <a:latin typeface="Cambria Math" panose="02040503050406030204" pitchFamily="18" charset="0"/>
                            </a:rPr>
                          </m:ctrlPr>
                        </m:dPr>
                        <m:e>
                          <m:r>
                            <a:rPr lang="ar-AE">
                              <a:solidFill>
                                <a:schemeClr val="bg1"/>
                              </a:solidFill>
                              <a:latin typeface="Cambria Math" panose="02040503050406030204" pitchFamily="18" charset="0"/>
                            </a:rPr>
                            <m:t>𝑝</m:t>
                          </m:r>
                          <m:r>
                            <a:rPr lang="ar-AE">
                              <a:solidFill>
                                <a:schemeClr val="bg1"/>
                              </a:solidFill>
                              <a:latin typeface="Cambria Math" panose="02040503050406030204" pitchFamily="18" charset="0"/>
                            </a:rPr>
                            <m:t>+</m:t>
                          </m:r>
                          <m:f>
                            <m:fPr>
                              <m:ctrlPr>
                                <a:rPr lang="ar-AE" i="1">
                                  <a:solidFill>
                                    <a:schemeClr val="bg1"/>
                                  </a:solidFill>
                                  <a:latin typeface="Cambria Math" panose="02040503050406030204" pitchFamily="18" charset="0"/>
                                </a:rPr>
                              </m:ctrlPr>
                            </m:fPr>
                            <m:num>
                              <m:r>
                                <a:rPr lang="ar-AE">
                                  <a:solidFill>
                                    <a:schemeClr val="bg1"/>
                                  </a:solidFill>
                                  <a:latin typeface="Cambria Math" panose="02040503050406030204" pitchFamily="18" charset="0"/>
                                </a:rPr>
                                <m:t>𝑑𝑝</m:t>
                              </m:r>
                            </m:num>
                            <m:den>
                              <m:r>
                                <a:rPr lang="ar-AE">
                                  <a:solidFill>
                                    <a:schemeClr val="bg1"/>
                                  </a:solidFill>
                                  <a:latin typeface="Cambria Math" panose="02040503050406030204" pitchFamily="18" charset="0"/>
                                </a:rPr>
                                <m:t>𝑑𝑥</m:t>
                              </m:r>
                            </m:den>
                          </m:f>
                          <m:r>
                            <a:rPr lang="ar-AE">
                              <a:solidFill>
                                <a:schemeClr val="bg1"/>
                              </a:solidFill>
                              <a:latin typeface="Cambria Math" panose="02040503050406030204" pitchFamily="18" charset="0"/>
                            </a:rPr>
                            <m:t>𝑑𝑥</m:t>
                          </m:r>
                        </m:e>
                      </m:d>
                      <m:r>
                        <a:rPr lang="ar-AE">
                          <a:solidFill>
                            <a:schemeClr val="bg1"/>
                          </a:solidFill>
                          <a:latin typeface="Cambria Math" panose="02040503050406030204" pitchFamily="18" charset="0"/>
                        </a:rPr>
                        <m:t>𝑑𝑦𝑑𝑧</m:t>
                      </m:r>
                    </m:oMath>
                  </m:oMathPara>
                </a14:m>
                <a:endParaRPr lang="ar-AE" dirty="0">
                  <a:solidFill>
                    <a:schemeClr val="bg1"/>
                  </a:solidFill>
                </a:endParaRPr>
              </a:p>
            </p:txBody>
          </p:sp>
        </mc:Choice>
        <mc:Fallback xmlns="">
          <p:sp>
            <p:nvSpPr>
              <p:cNvPr id="170" name="Formula 2"/>
              <p:cNvSpPr txBox="1">
                <a:spLocks noRot="1" noChangeAspect="1" noMove="1" noResize="1" noEditPoints="1" noAdjustHandles="1" noChangeArrowheads="1" noChangeShapeType="1" noTextEdit="1"/>
              </p:cNvSpPr>
              <p:nvPr/>
            </p:nvSpPr>
            <p:spPr>
              <a:xfrm>
                <a:off x="2341208" y="1368000"/>
                <a:ext cx="4460863" cy="592200"/>
              </a:xfrm>
              <a:prstGeom prst="rect">
                <a:avLst/>
              </a:prstGeom>
              <a:blipFill>
                <a:blip r:embed="rId3"/>
                <a:stretch>
                  <a:fillRect b="-1224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1" name="Formula 3"/>
              <p:cNvSpPr txBox="1"/>
              <p:nvPr/>
            </p:nvSpPr>
            <p:spPr>
              <a:xfrm>
                <a:off x="2501012" y="2256392"/>
                <a:ext cx="3658019" cy="536040"/>
              </a:xfrm>
              <a:prstGeom prst="rect">
                <a:avLst/>
              </a:prstGeom>
            </p:spPr>
            <p:txBody>
              <a:bodyPr/>
              <a:lstStyle/>
              <a:p>
                <a:pPr/>
                <a14:m>
                  <m:oMathPara xmlns:m="http://schemas.openxmlformats.org/officeDocument/2006/math">
                    <m:oMathParaPr>
                      <m:jc m:val="centerGroup"/>
                    </m:oMathParaPr>
                    <m:oMath xmlns:m="http://schemas.openxmlformats.org/officeDocument/2006/math">
                      <m:r>
                        <a:rPr lang="ar-AE" smtClean="0">
                          <a:solidFill>
                            <a:schemeClr val="bg1"/>
                          </a:solidFill>
                          <a:latin typeface="Cambria Math" panose="02040503050406030204" pitchFamily="18" charset="0"/>
                        </a:rPr>
                        <m:t>𝐹</m:t>
                      </m:r>
                      <m:r>
                        <a:rPr lang="ar-AE" smtClean="0">
                          <a:solidFill>
                            <a:schemeClr val="bg1"/>
                          </a:solidFill>
                          <a:latin typeface="Cambria Math" panose="02040503050406030204" pitchFamily="18" charset="0"/>
                        </a:rPr>
                        <m:t>=</m:t>
                      </m:r>
                      <m:f>
                        <m:fPr>
                          <m:ctrlPr>
                            <a:rPr lang="ar-AE" i="1">
                              <a:solidFill>
                                <a:schemeClr val="bg1"/>
                              </a:solidFill>
                              <a:latin typeface="Cambria Math" panose="02040503050406030204" pitchFamily="18" charset="0"/>
                            </a:rPr>
                          </m:ctrlPr>
                        </m:fPr>
                        <m:num>
                          <m:r>
                            <a:rPr lang="ar-AE">
                              <a:solidFill>
                                <a:schemeClr val="bg1"/>
                              </a:solidFill>
                              <a:latin typeface="Cambria Math" panose="02040503050406030204" pitchFamily="18" charset="0"/>
                            </a:rPr>
                            <m:t>−</m:t>
                          </m:r>
                          <m:r>
                            <a:rPr lang="ar-AE">
                              <a:solidFill>
                                <a:schemeClr val="bg1"/>
                              </a:solidFill>
                              <a:latin typeface="Cambria Math" panose="02040503050406030204" pitchFamily="18" charset="0"/>
                            </a:rPr>
                            <m:t>𝑑𝑝</m:t>
                          </m:r>
                        </m:num>
                        <m:den>
                          <m:r>
                            <a:rPr lang="ar-AE">
                              <a:solidFill>
                                <a:schemeClr val="bg1"/>
                              </a:solidFill>
                              <a:latin typeface="Cambria Math" panose="02040503050406030204" pitchFamily="18" charset="0"/>
                            </a:rPr>
                            <m:t>𝑑𝑥</m:t>
                          </m:r>
                        </m:den>
                      </m:f>
                      <m:r>
                        <a:rPr lang="ar-AE">
                          <a:solidFill>
                            <a:schemeClr val="bg1"/>
                          </a:solidFill>
                          <a:latin typeface="Cambria Math" panose="02040503050406030204" pitchFamily="18" charset="0"/>
                        </a:rPr>
                        <m:t>×</m:t>
                      </m:r>
                      <m:r>
                        <a:rPr lang="ar-AE">
                          <a:solidFill>
                            <a:schemeClr val="bg1"/>
                          </a:solidFill>
                          <a:latin typeface="Cambria Math" panose="02040503050406030204" pitchFamily="18" charset="0"/>
                        </a:rPr>
                        <m:t>𝑑𝑥</m:t>
                      </m:r>
                      <m:r>
                        <a:rPr lang="en-IN" b="0" i="0" smtClean="0">
                          <a:solidFill>
                            <a:schemeClr val="bg1"/>
                          </a:solidFill>
                          <a:latin typeface="Cambria Math" panose="02040503050406030204" pitchFamily="18" charset="0"/>
                        </a:rPr>
                        <m:t> </m:t>
                      </m:r>
                      <m:r>
                        <a:rPr lang="ar-AE">
                          <a:solidFill>
                            <a:schemeClr val="bg1"/>
                          </a:solidFill>
                          <a:latin typeface="Cambria Math" panose="02040503050406030204" pitchFamily="18" charset="0"/>
                        </a:rPr>
                        <m:t>𝑑𝑣</m:t>
                      </m:r>
                      <m:r>
                        <a:rPr lang="en-IN" b="0" i="0" smtClean="0">
                          <a:solidFill>
                            <a:schemeClr val="bg1"/>
                          </a:solidFill>
                          <a:latin typeface="Cambria Math" panose="02040503050406030204" pitchFamily="18" charset="0"/>
                        </a:rPr>
                        <m:t> </m:t>
                      </m:r>
                      <m:r>
                        <a:rPr lang="ar-AE">
                          <a:solidFill>
                            <a:schemeClr val="bg1"/>
                          </a:solidFill>
                          <a:latin typeface="Cambria Math" panose="02040503050406030204" pitchFamily="18" charset="0"/>
                        </a:rPr>
                        <m:t>𝑑𝑧</m:t>
                      </m:r>
                    </m:oMath>
                  </m:oMathPara>
                </a14:m>
                <a:endParaRPr lang="ar-AE" dirty="0">
                  <a:solidFill>
                    <a:schemeClr val="bg1"/>
                  </a:solidFill>
                </a:endParaRPr>
              </a:p>
            </p:txBody>
          </p:sp>
        </mc:Choice>
        <mc:Fallback xmlns="">
          <p:sp>
            <p:nvSpPr>
              <p:cNvPr id="171" name="Formula 3"/>
              <p:cNvSpPr txBox="1">
                <a:spLocks noRot="1" noChangeAspect="1" noMove="1" noResize="1" noEditPoints="1" noAdjustHandles="1" noChangeArrowheads="1" noChangeShapeType="1" noTextEdit="1"/>
              </p:cNvSpPr>
              <p:nvPr/>
            </p:nvSpPr>
            <p:spPr>
              <a:xfrm>
                <a:off x="2501012" y="2256392"/>
                <a:ext cx="3658019" cy="536040"/>
              </a:xfrm>
              <a:prstGeom prst="rect">
                <a:avLst/>
              </a:prstGeom>
              <a:blipFill>
                <a:blip r:embed="rId4"/>
                <a:stretch>
                  <a:fillRect b="-568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2" name="Formula 4"/>
              <p:cNvSpPr txBox="1"/>
              <p:nvPr/>
            </p:nvSpPr>
            <p:spPr>
              <a:xfrm>
                <a:off x="3710160" y="4572000"/>
                <a:ext cx="1397520" cy="281160"/>
              </a:xfrm>
              <a:prstGeom prst="rect">
                <a:avLst/>
              </a:prstGeom>
            </p:spPr>
            <p:txBody>
              <a:bodyPr/>
              <a:lstStyle/>
              <a:p>
                <a:pPr/>
                <a14:m>
                  <m:oMathPara xmlns:m="http://schemas.openxmlformats.org/officeDocument/2006/math">
                    <m:oMathParaPr>
                      <m:jc m:val="centerGroup"/>
                    </m:oMathParaPr>
                    <m:oMath xmlns:m="http://schemas.openxmlformats.org/officeDocument/2006/math">
                      <m:r>
                        <a:rPr>
                          <a:latin typeface="Cambria Math" panose="02040503050406030204" pitchFamily="18" charset="0"/>
                        </a:rPr>
                        <m:t>𝑚</m:t>
                      </m:r>
                      <m:r>
                        <a:rPr>
                          <a:latin typeface="Cambria Math" panose="02040503050406030204" pitchFamily="18" charset="0"/>
                        </a:rPr>
                        <m:t>=</m:t>
                      </m:r>
                      <m:r>
                        <a:rPr>
                          <a:latin typeface="Cambria Math" panose="02040503050406030204" pitchFamily="18" charset="0"/>
                        </a:rPr>
                        <m:t>𝜌</m:t>
                      </m:r>
                      <m:d>
                        <m:dPr>
                          <m:ctrlPr>
                            <a:rPr i="1">
                              <a:latin typeface="Cambria Math" panose="02040503050406030204" pitchFamily="18" charset="0"/>
                            </a:rPr>
                          </m:ctrlPr>
                        </m:dPr>
                        <m:e>
                          <m:r>
                            <a:rPr>
                              <a:latin typeface="Cambria Math" panose="02040503050406030204" pitchFamily="18" charset="0"/>
                            </a:rPr>
                            <m:t>𝑑𝑥𝑑𝑦𝑑𝑧</m:t>
                          </m:r>
                        </m:e>
                      </m:d>
                    </m:oMath>
                  </m:oMathPara>
                </a14:m>
                <a:endParaRPr/>
              </a:p>
            </p:txBody>
          </p:sp>
        </mc:Choice>
        <mc:Fallback xmlns="" xmlns:p14="http://schemas.microsoft.com/office/powerpoint/2010/main" xmlns:p15="http://schemas.microsoft.com/office/powerpoint/2012/main"/>
      </mc:AlternateContent>
      <mc:AlternateContent xmlns:mc="http://schemas.openxmlformats.org/markup-compatibility/2006" xmlns:a14="http://schemas.microsoft.com/office/drawing/2010/main">
        <mc:Choice Requires="a14">
          <p:sp>
            <p:nvSpPr>
              <p:cNvPr id="173" name="Formula 5"/>
              <p:cNvSpPr txBox="1"/>
              <p:nvPr/>
            </p:nvSpPr>
            <p:spPr>
              <a:xfrm>
                <a:off x="3276000" y="5869080"/>
                <a:ext cx="2325960" cy="536040"/>
              </a:xfrm>
              <a:prstGeom prst="rect">
                <a:avLst/>
              </a:prstGeom>
            </p:spPr>
            <p:txBody>
              <a:bodyPr/>
              <a:lstStyle/>
              <a:p>
                <a:pPr/>
                <a14:m>
                  <m:oMathPara xmlns:m="http://schemas.openxmlformats.org/officeDocument/2006/math">
                    <m:oMathParaPr>
                      <m:jc m:val="centerGroup"/>
                    </m:oMathParaPr>
                    <m:oMath xmlns:m="http://schemas.openxmlformats.org/officeDocument/2006/math">
                      <m:r>
                        <a:rPr>
                          <a:latin typeface="Cambria Math" panose="02040503050406030204" pitchFamily="18" charset="0"/>
                        </a:rPr>
                        <m:t>𝑎</m:t>
                      </m:r>
                      <m:r>
                        <a:rPr>
                          <a:latin typeface="Cambria Math" panose="02040503050406030204" pitchFamily="18" charset="0"/>
                        </a:rPr>
                        <m:t>=</m:t>
                      </m:r>
                      <m:f>
                        <m:fPr>
                          <m:ctrlPr>
                            <a:rPr i="1">
                              <a:latin typeface="Cambria Math" panose="02040503050406030204" pitchFamily="18" charset="0"/>
                            </a:rPr>
                          </m:ctrlPr>
                        </m:fPr>
                        <m:num>
                          <m:r>
                            <a:rPr>
                              <a:latin typeface="Cambria Math" panose="02040503050406030204" pitchFamily="18" charset="0"/>
                            </a:rPr>
                            <m:t>𝑑𝑉</m:t>
                          </m:r>
                        </m:num>
                        <m:den>
                          <m:r>
                            <a:rPr>
                              <a:latin typeface="Cambria Math" panose="02040503050406030204" pitchFamily="18" charset="0"/>
                            </a:rPr>
                            <m:t>𝑑𝑡</m:t>
                          </m:r>
                        </m:den>
                      </m:f>
                      <m:r>
                        <a:rPr>
                          <a:latin typeface="Cambria Math" panose="02040503050406030204" pitchFamily="18" charset="0"/>
                        </a:rPr>
                        <m:t>=</m:t>
                      </m:r>
                      <m:f>
                        <m:fPr>
                          <m:ctrlPr>
                            <a:rPr i="1">
                              <a:latin typeface="Cambria Math" panose="02040503050406030204" pitchFamily="18" charset="0"/>
                            </a:rPr>
                          </m:ctrlPr>
                        </m:fPr>
                        <m:num>
                          <m:r>
                            <a:rPr>
                              <a:latin typeface="Cambria Math" panose="02040503050406030204" pitchFamily="18" charset="0"/>
                            </a:rPr>
                            <m:t>𝑑𝑉</m:t>
                          </m:r>
                        </m:num>
                        <m:den>
                          <m:r>
                            <a:rPr>
                              <a:latin typeface="Cambria Math" panose="02040503050406030204" pitchFamily="18" charset="0"/>
                            </a:rPr>
                            <m:t>𝑑𝑥</m:t>
                          </m:r>
                        </m:den>
                      </m:f>
                      <m:f>
                        <m:fPr>
                          <m:ctrlPr>
                            <a:rPr i="1">
                              <a:latin typeface="Cambria Math" panose="02040503050406030204" pitchFamily="18" charset="0"/>
                            </a:rPr>
                          </m:ctrlPr>
                        </m:fPr>
                        <m:num>
                          <m:r>
                            <a:rPr>
                              <a:latin typeface="Cambria Math" panose="02040503050406030204" pitchFamily="18" charset="0"/>
                            </a:rPr>
                            <m:t>𝑑𝑥</m:t>
                          </m:r>
                        </m:num>
                        <m:den>
                          <m:r>
                            <a:rPr>
                              <a:latin typeface="Cambria Math" panose="02040503050406030204" pitchFamily="18" charset="0"/>
                            </a:rPr>
                            <m:t>𝑑𝑡</m:t>
                          </m:r>
                        </m:den>
                      </m:f>
                      <m:r>
                        <a:rPr>
                          <a:latin typeface="Cambria Math" panose="02040503050406030204" pitchFamily="18" charset="0"/>
                        </a:rPr>
                        <m:t>=</m:t>
                      </m:r>
                      <m:f>
                        <m:fPr>
                          <m:ctrlPr>
                            <a:rPr i="1">
                              <a:latin typeface="Cambria Math" panose="02040503050406030204" pitchFamily="18" charset="0"/>
                            </a:rPr>
                          </m:ctrlPr>
                        </m:fPr>
                        <m:num>
                          <m:r>
                            <a:rPr>
                              <a:latin typeface="Cambria Math" panose="02040503050406030204" pitchFamily="18" charset="0"/>
                            </a:rPr>
                            <m:t>𝑑𝑉</m:t>
                          </m:r>
                        </m:num>
                        <m:den>
                          <m:r>
                            <a:rPr>
                              <a:latin typeface="Cambria Math" panose="02040503050406030204" pitchFamily="18" charset="0"/>
                            </a:rPr>
                            <m:t>𝑑𝑥</m:t>
                          </m:r>
                        </m:den>
                      </m:f>
                      <m:r>
                        <a:rPr>
                          <a:latin typeface="Cambria Math" panose="02040503050406030204" pitchFamily="18" charset="0"/>
                        </a:rPr>
                        <m:t>𝑉</m:t>
                      </m:r>
                    </m:oMath>
                  </m:oMathPara>
                </a14:m>
                <a:endParaRPr/>
              </a:p>
            </p:txBody>
          </p:sp>
        </mc:Choice>
        <mc:Fallback xmlns="" xmlns:p14="http://schemas.microsoft.com/office/powerpoint/2010/main" xmlns:p15="http://schemas.microsoft.com/office/powerpoint/2012/main"/>
      </mc:AlternateContent>
      <p:pic>
        <p:nvPicPr>
          <p:cNvPr id="174" name="Picture 2_15"/>
          <p:cNvPicPr/>
          <p:nvPr/>
        </p:nvPicPr>
        <p:blipFill>
          <a:blip r:embed="rId5"/>
          <a:stretch/>
        </p:blipFill>
        <p:spPr>
          <a:xfrm>
            <a:off x="-152280" y="-84240"/>
            <a:ext cx="1083240" cy="846000"/>
          </a:xfrm>
          <a:prstGeom prst="rect">
            <a:avLst/>
          </a:prstGeom>
          <a:ln w="0">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CustomShape 1"/>
          <p:cNvSpPr/>
          <p:nvPr/>
        </p:nvSpPr>
        <p:spPr>
          <a:xfrm>
            <a:off x="324000" y="720000"/>
            <a:ext cx="8495280" cy="5723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Autofit/>
          </a:bodyPr>
          <a:lstStyle/>
          <a:p>
            <a:pPr algn="just">
              <a:lnSpc>
                <a:spcPct val="150000"/>
              </a:lnSpc>
            </a:pPr>
            <a:r>
              <a:rPr lang="en-IN" sz="1800" b="1" u="sng" strike="noStrike" spc="-1" dirty="0">
                <a:solidFill>
                  <a:srgbClr val="FFFFFF"/>
                </a:solidFill>
                <a:uFillTx/>
                <a:latin typeface="Arial"/>
                <a:ea typeface="Microsoft YaHei"/>
              </a:rPr>
              <a:t>Momentum Equation (Euler’s Equation)	</a:t>
            </a:r>
            <a:r>
              <a:rPr lang="en-IN" sz="1800" b="0" strike="noStrike" spc="-1" dirty="0">
                <a:solidFill>
                  <a:srgbClr val="FFFFFF"/>
                </a:solidFill>
                <a:latin typeface="Arial"/>
                <a:ea typeface="Microsoft YaHei"/>
              </a:rPr>
              <a:t>Equations give the force, mass, and acceleration, respectively that go into Newton's second law F= ma</a:t>
            </a:r>
            <a:endParaRPr lang="en-IN" sz="1800" b="0" strike="noStrike" spc="-1" dirty="0">
              <a:solidFill>
                <a:srgbClr val="FFFFFF"/>
              </a:solidFill>
              <a:latin typeface="Arial"/>
            </a:endParaRPr>
          </a:p>
          <a:p>
            <a:pPr algn="just">
              <a:lnSpc>
                <a:spcPct val="150000"/>
              </a:lnSpc>
            </a:pPr>
            <a:endParaRPr lang="en-IN" sz="1800" b="0" strike="noStrike" spc="-1" dirty="0">
              <a:solidFill>
                <a:srgbClr val="FFFFFF"/>
              </a:solidFill>
              <a:latin typeface="Arial"/>
            </a:endParaRPr>
          </a:p>
          <a:p>
            <a:pPr algn="just">
              <a:lnSpc>
                <a:spcPct val="150000"/>
              </a:lnSpc>
            </a:pPr>
            <a:endParaRPr lang="en-IN" sz="1800" b="0" strike="noStrike" spc="-1" dirty="0">
              <a:solidFill>
                <a:srgbClr val="FFFFFF"/>
              </a:solidFill>
              <a:latin typeface="Arial"/>
            </a:endParaRPr>
          </a:p>
          <a:p>
            <a:pPr algn="just">
              <a:lnSpc>
                <a:spcPct val="150000"/>
              </a:lnSpc>
            </a:pPr>
            <a:r>
              <a:rPr lang="en-IN" sz="1800" b="0" strike="noStrike" spc="-1" dirty="0">
                <a:solidFill>
                  <a:srgbClr val="FFFFFF"/>
                </a:solidFill>
                <a:latin typeface="Arial"/>
                <a:ea typeface="Microsoft YaHei"/>
              </a:rPr>
              <a:t>						Eqn. 2</a:t>
            </a:r>
            <a:endParaRPr lang="en-IN" sz="1800" b="0" strike="noStrike" spc="-1" dirty="0">
              <a:solidFill>
                <a:srgbClr val="FFFFFF"/>
              </a:solidFill>
              <a:latin typeface="Arial"/>
            </a:endParaRPr>
          </a:p>
          <a:p>
            <a:pPr algn="just">
              <a:lnSpc>
                <a:spcPct val="150000"/>
              </a:lnSpc>
            </a:pPr>
            <a:r>
              <a:rPr lang="en-IN" sz="1800" b="0" strike="noStrike" spc="-1" dirty="0">
                <a:solidFill>
                  <a:srgbClr val="FFFFFF"/>
                </a:solidFill>
                <a:latin typeface="Arial"/>
                <a:ea typeface="Microsoft YaHei"/>
              </a:rPr>
              <a:t>Equation 2 is Euler’s equation. Basically, it relates rate of change of momentum to the force; hence it can also be designated as the momentum equation.</a:t>
            </a:r>
            <a:endParaRPr lang="en-IN" sz="1800" b="0" strike="noStrike" spc="-1" dirty="0">
              <a:solidFill>
                <a:srgbClr val="FFFFFF"/>
              </a:solidFill>
              <a:latin typeface="Arial"/>
            </a:endParaRPr>
          </a:p>
        </p:txBody>
      </p:sp>
      <mc:AlternateContent xmlns:mc="http://schemas.openxmlformats.org/markup-compatibility/2006" xmlns:a14="http://schemas.microsoft.com/office/drawing/2010/main">
        <mc:Choice Requires="a14">
          <p:sp>
            <p:nvSpPr>
              <p:cNvPr id="176" name="Formula 2"/>
              <p:cNvSpPr txBox="1"/>
              <p:nvPr/>
            </p:nvSpPr>
            <p:spPr>
              <a:xfrm>
                <a:off x="2290306" y="1771125"/>
                <a:ext cx="4562668" cy="536040"/>
              </a:xfrm>
              <a:prstGeom prst="rect">
                <a:avLst/>
              </a:prstGeom>
            </p:spPr>
            <p:txBody>
              <a:bodyPr/>
              <a:lstStyle/>
              <a:p>
                <a:pPr/>
                <a14:m>
                  <m:oMathPara xmlns:m="http://schemas.openxmlformats.org/officeDocument/2006/math">
                    <m:oMathParaPr>
                      <m:jc m:val="centerGroup"/>
                    </m:oMathParaPr>
                    <m:oMath xmlns:m="http://schemas.openxmlformats.org/officeDocument/2006/math">
                      <m:f>
                        <m:fPr>
                          <m:ctrlPr>
                            <a:rPr lang="ar-AE" i="1" smtClean="0">
                              <a:solidFill>
                                <a:schemeClr val="bg1"/>
                              </a:solidFill>
                              <a:latin typeface="Cambria Math" panose="02040503050406030204" pitchFamily="18" charset="0"/>
                            </a:rPr>
                          </m:ctrlPr>
                        </m:fPr>
                        <m:num>
                          <m:r>
                            <a:rPr lang="ar-AE">
                              <a:solidFill>
                                <a:schemeClr val="bg1"/>
                              </a:solidFill>
                              <a:latin typeface="Cambria Math" panose="02040503050406030204" pitchFamily="18" charset="0"/>
                            </a:rPr>
                            <m:t>−</m:t>
                          </m:r>
                          <m:r>
                            <a:rPr lang="ar-AE">
                              <a:solidFill>
                                <a:schemeClr val="bg1"/>
                              </a:solidFill>
                              <a:latin typeface="Cambria Math" panose="02040503050406030204" pitchFamily="18" charset="0"/>
                            </a:rPr>
                            <m:t>𝑑𝑝</m:t>
                          </m:r>
                        </m:num>
                        <m:den>
                          <m:r>
                            <a:rPr lang="ar-AE">
                              <a:solidFill>
                                <a:schemeClr val="bg1"/>
                              </a:solidFill>
                              <a:latin typeface="Cambria Math" panose="02040503050406030204" pitchFamily="18" charset="0"/>
                            </a:rPr>
                            <m:t>𝑑𝑥</m:t>
                          </m:r>
                        </m:den>
                      </m:f>
                      <m:d>
                        <m:dPr>
                          <m:ctrlPr>
                            <a:rPr lang="ar-AE" i="1">
                              <a:solidFill>
                                <a:schemeClr val="bg1"/>
                              </a:solidFill>
                              <a:latin typeface="Cambria Math" panose="02040503050406030204" pitchFamily="18" charset="0"/>
                            </a:rPr>
                          </m:ctrlPr>
                        </m:dPr>
                        <m:e>
                          <m:r>
                            <a:rPr lang="ar-AE">
                              <a:solidFill>
                                <a:schemeClr val="bg1"/>
                              </a:solidFill>
                              <a:latin typeface="Cambria Math" panose="02040503050406030204" pitchFamily="18" charset="0"/>
                            </a:rPr>
                            <m:t>𝑑𝑥𝑑𝑦𝑑𝑧</m:t>
                          </m:r>
                        </m:e>
                      </m:d>
                      <m:r>
                        <a:rPr lang="ar-AE">
                          <a:solidFill>
                            <a:schemeClr val="bg1"/>
                          </a:solidFill>
                          <a:latin typeface="Cambria Math" panose="02040503050406030204" pitchFamily="18" charset="0"/>
                        </a:rPr>
                        <m:t>=</m:t>
                      </m:r>
                      <m:r>
                        <a:rPr lang="ar-AE">
                          <a:solidFill>
                            <a:schemeClr val="bg1"/>
                          </a:solidFill>
                          <a:latin typeface="Cambria Math" panose="02040503050406030204" pitchFamily="18" charset="0"/>
                        </a:rPr>
                        <m:t>𝜌</m:t>
                      </m:r>
                      <m:d>
                        <m:dPr>
                          <m:ctrlPr>
                            <a:rPr lang="ar-AE" i="1">
                              <a:solidFill>
                                <a:schemeClr val="bg1"/>
                              </a:solidFill>
                              <a:latin typeface="Cambria Math" panose="02040503050406030204" pitchFamily="18" charset="0"/>
                            </a:rPr>
                          </m:ctrlPr>
                        </m:dPr>
                        <m:e>
                          <m:r>
                            <a:rPr lang="ar-AE">
                              <a:solidFill>
                                <a:schemeClr val="bg1"/>
                              </a:solidFill>
                              <a:latin typeface="Cambria Math" panose="02040503050406030204" pitchFamily="18" charset="0"/>
                            </a:rPr>
                            <m:t>𝑑𝑥𝑑𝑦𝑑𝑧</m:t>
                          </m:r>
                        </m:e>
                      </m:d>
                      <m:r>
                        <a:rPr lang="ar-AE">
                          <a:solidFill>
                            <a:schemeClr val="bg1"/>
                          </a:solidFill>
                          <a:latin typeface="Cambria Math" panose="02040503050406030204" pitchFamily="18" charset="0"/>
                        </a:rPr>
                        <m:t>𝑉</m:t>
                      </m:r>
                      <m:f>
                        <m:fPr>
                          <m:ctrlPr>
                            <a:rPr lang="ar-AE" i="1">
                              <a:solidFill>
                                <a:schemeClr val="bg1"/>
                              </a:solidFill>
                              <a:latin typeface="Cambria Math" panose="02040503050406030204" pitchFamily="18" charset="0"/>
                            </a:rPr>
                          </m:ctrlPr>
                        </m:fPr>
                        <m:num>
                          <m:r>
                            <a:rPr lang="ar-AE">
                              <a:solidFill>
                                <a:schemeClr val="bg1"/>
                              </a:solidFill>
                              <a:latin typeface="Cambria Math" panose="02040503050406030204" pitchFamily="18" charset="0"/>
                            </a:rPr>
                            <m:t>𝑑𝑉</m:t>
                          </m:r>
                        </m:num>
                        <m:den>
                          <m:r>
                            <a:rPr lang="ar-AE">
                              <a:solidFill>
                                <a:schemeClr val="bg1"/>
                              </a:solidFill>
                              <a:latin typeface="Cambria Math" panose="02040503050406030204" pitchFamily="18" charset="0"/>
                            </a:rPr>
                            <m:t>𝑑𝑥</m:t>
                          </m:r>
                        </m:den>
                      </m:f>
                    </m:oMath>
                  </m:oMathPara>
                </a14:m>
                <a:endParaRPr lang="ar-AE" dirty="0">
                  <a:solidFill>
                    <a:schemeClr val="bg1"/>
                  </a:solidFill>
                </a:endParaRPr>
              </a:p>
            </p:txBody>
          </p:sp>
        </mc:Choice>
        <mc:Fallback xmlns="">
          <p:sp>
            <p:nvSpPr>
              <p:cNvPr id="176" name="Formula 2"/>
              <p:cNvSpPr txBox="1">
                <a:spLocks noRot="1" noChangeAspect="1" noMove="1" noResize="1" noEditPoints="1" noAdjustHandles="1" noChangeArrowheads="1" noChangeShapeType="1" noTextEdit="1"/>
              </p:cNvSpPr>
              <p:nvPr/>
            </p:nvSpPr>
            <p:spPr>
              <a:xfrm>
                <a:off x="2290306" y="1771125"/>
                <a:ext cx="4562668" cy="536040"/>
              </a:xfrm>
              <a:prstGeom prst="rect">
                <a:avLst/>
              </a:prstGeom>
              <a:blipFill>
                <a:blip r:embed="rId3"/>
                <a:stretch>
                  <a:fillRect b="-689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7" name="Formula 3"/>
              <p:cNvSpPr txBox="1"/>
              <p:nvPr/>
            </p:nvSpPr>
            <p:spPr>
              <a:xfrm>
                <a:off x="3125395" y="2441464"/>
                <a:ext cx="2239346" cy="439127"/>
              </a:xfrm>
              <a:prstGeom prst="rect">
                <a:avLst/>
              </a:prstGeom>
            </p:spPr>
            <p:txBody>
              <a:bodyPr/>
              <a:lstStyle/>
              <a:p>
                <a:pPr/>
                <a14:m>
                  <m:oMathPara xmlns:m="http://schemas.openxmlformats.org/officeDocument/2006/math">
                    <m:oMathParaPr>
                      <m:jc m:val="centerGroup"/>
                    </m:oMathParaPr>
                    <m:oMath xmlns:m="http://schemas.openxmlformats.org/officeDocument/2006/math">
                      <m:r>
                        <a:rPr lang="en-IN" smtClean="0">
                          <a:solidFill>
                            <a:schemeClr val="bg1"/>
                          </a:solidFill>
                          <a:latin typeface="Cambria Math" panose="02040503050406030204" pitchFamily="18" charset="0"/>
                        </a:rPr>
                        <m:t>𝑑𝑝</m:t>
                      </m:r>
                      <m:r>
                        <a:rPr lang="en-IN" smtClean="0">
                          <a:solidFill>
                            <a:schemeClr val="bg1"/>
                          </a:solidFill>
                          <a:latin typeface="Cambria Math" panose="02040503050406030204" pitchFamily="18" charset="0"/>
                        </a:rPr>
                        <m:t>=−</m:t>
                      </m:r>
                      <m:r>
                        <a:rPr lang="en-IN" smtClean="0">
                          <a:solidFill>
                            <a:schemeClr val="bg1"/>
                          </a:solidFill>
                          <a:latin typeface="Cambria Math" panose="02040503050406030204" pitchFamily="18" charset="0"/>
                        </a:rPr>
                        <m:t>𝜌</m:t>
                      </m:r>
                      <m:r>
                        <a:rPr lang="en-IN" smtClean="0">
                          <a:solidFill>
                            <a:schemeClr val="bg1"/>
                          </a:solidFill>
                          <a:latin typeface="Cambria Math" panose="02040503050406030204" pitchFamily="18" charset="0"/>
                        </a:rPr>
                        <m:t>𝑉𝑑𝑉</m:t>
                      </m:r>
                    </m:oMath>
                  </m:oMathPara>
                </a14:m>
                <a:endParaRPr lang="en-IN" dirty="0">
                  <a:solidFill>
                    <a:schemeClr val="bg1"/>
                  </a:solidFill>
                </a:endParaRPr>
              </a:p>
            </p:txBody>
          </p:sp>
        </mc:Choice>
        <mc:Fallback xmlns="">
          <p:sp>
            <p:nvSpPr>
              <p:cNvPr id="177" name="Formula 3"/>
              <p:cNvSpPr txBox="1">
                <a:spLocks noRot="1" noChangeAspect="1" noMove="1" noResize="1" noEditPoints="1" noAdjustHandles="1" noChangeArrowheads="1" noChangeShapeType="1" noTextEdit="1"/>
              </p:cNvSpPr>
              <p:nvPr/>
            </p:nvSpPr>
            <p:spPr>
              <a:xfrm>
                <a:off x="3125395" y="2441464"/>
                <a:ext cx="2239346" cy="439127"/>
              </a:xfrm>
              <a:prstGeom prst="rect">
                <a:avLst/>
              </a:prstGeom>
              <a:blipFill>
                <a:blip r:embed="rId4"/>
                <a:stretch>
                  <a:fillRect/>
                </a:stretch>
              </a:blipFill>
            </p:spPr>
            <p:txBody>
              <a:bodyPr/>
              <a:lstStyle/>
              <a:p>
                <a:r>
                  <a:rPr lang="en-IN">
                    <a:noFill/>
                  </a:rPr>
                  <a:t> </a:t>
                </a:r>
              </a:p>
            </p:txBody>
          </p:sp>
        </mc:Fallback>
      </mc:AlternateContent>
      <p:pic>
        <p:nvPicPr>
          <p:cNvPr id="178" name="Picture 177"/>
          <p:cNvPicPr/>
          <p:nvPr/>
        </p:nvPicPr>
        <p:blipFill>
          <a:blip r:embed="rId5"/>
          <a:stretch/>
        </p:blipFill>
        <p:spPr>
          <a:xfrm>
            <a:off x="323640" y="3821779"/>
            <a:ext cx="6986880" cy="2755800"/>
          </a:xfrm>
          <a:prstGeom prst="rect">
            <a:avLst/>
          </a:prstGeom>
          <a:ln w="0">
            <a:noFill/>
          </a:ln>
        </p:spPr>
      </p:pic>
      <p:sp>
        <p:nvSpPr>
          <p:cNvPr id="179" name="CustomShape 4"/>
          <p:cNvSpPr/>
          <p:nvPr/>
        </p:nvSpPr>
        <p:spPr>
          <a:xfrm>
            <a:off x="7560000" y="4500000"/>
            <a:ext cx="1259640" cy="85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IN" sz="1800" b="0" strike="noStrike" spc="-1" dirty="0">
                <a:solidFill>
                  <a:schemeClr val="bg1"/>
                </a:solidFill>
                <a:latin typeface="Arial"/>
              </a:rPr>
              <a:t>Fig. 3</a:t>
            </a:r>
          </a:p>
          <a:p>
            <a:pPr>
              <a:lnSpc>
                <a:spcPct val="100000"/>
              </a:lnSpc>
            </a:pPr>
            <a:r>
              <a:rPr lang="en-IN" sz="1800" b="0" strike="noStrike" spc="-1" dirty="0">
                <a:solidFill>
                  <a:schemeClr val="bg1"/>
                </a:solidFill>
                <a:latin typeface="Arial"/>
              </a:rPr>
              <a:t>Bernoulli’s Equation</a:t>
            </a:r>
          </a:p>
        </p:txBody>
      </p:sp>
      <p:pic>
        <p:nvPicPr>
          <p:cNvPr id="180" name="Picture 2_16"/>
          <p:cNvPicPr/>
          <p:nvPr/>
        </p:nvPicPr>
        <p:blipFill>
          <a:blip r:embed="rId6"/>
          <a:stretch/>
        </p:blipFill>
        <p:spPr>
          <a:xfrm>
            <a:off x="-152280" y="-84240"/>
            <a:ext cx="1083240" cy="846000"/>
          </a:xfrm>
          <a:prstGeom prst="rect">
            <a:avLst/>
          </a:prstGeom>
          <a:ln w="0">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CustomShape 1"/>
          <p:cNvSpPr/>
          <p:nvPr/>
        </p:nvSpPr>
        <p:spPr>
          <a:xfrm>
            <a:off x="324000" y="720000"/>
            <a:ext cx="8495280" cy="5723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Autofit/>
          </a:bodyPr>
          <a:lstStyle/>
          <a:p>
            <a:pPr algn="just">
              <a:lnSpc>
                <a:spcPct val="150000"/>
              </a:lnSpc>
            </a:pPr>
            <a:r>
              <a:rPr lang="en-IN" sz="1800" b="1" u="sng" strike="noStrike" spc="-1" dirty="0">
                <a:solidFill>
                  <a:srgbClr val="FFFFFF"/>
                </a:solidFill>
                <a:uFillTx/>
                <a:latin typeface="Arial"/>
                <a:ea typeface="Microsoft YaHei"/>
              </a:rPr>
              <a:t>Bernoulli's Equation</a:t>
            </a:r>
            <a:r>
              <a:rPr lang="en-IN" sz="1800" b="0" strike="noStrike" spc="-1" dirty="0">
                <a:solidFill>
                  <a:srgbClr val="FFFFFF"/>
                </a:solidFill>
                <a:latin typeface="Arial"/>
                <a:ea typeface="Microsoft YaHei"/>
              </a:rPr>
              <a:t>	From momentum equation,</a:t>
            </a:r>
            <a:endParaRPr lang="en-IN" sz="1800" b="0" strike="noStrike" spc="-1" dirty="0">
              <a:solidFill>
                <a:srgbClr val="FFFFFF"/>
              </a:solidFill>
              <a:latin typeface="Arial"/>
            </a:endParaRPr>
          </a:p>
          <a:p>
            <a:pPr algn="just">
              <a:lnSpc>
                <a:spcPct val="150000"/>
              </a:lnSpc>
            </a:pPr>
            <a:r>
              <a:rPr lang="en-IN" sz="1800" b="0" strike="noStrike" spc="-1" dirty="0">
                <a:solidFill>
                  <a:srgbClr val="FFFFFF"/>
                </a:solidFill>
                <a:latin typeface="Arial"/>
                <a:ea typeface="Microsoft YaHei"/>
              </a:rPr>
              <a:t>where ρ=constant. Integrating between points 1 and 2, we obtain</a:t>
            </a:r>
            <a:endParaRPr lang="en-IN" sz="1800" b="0" strike="noStrike" spc="-1" dirty="0">
              <a:solidFill>
                <a:srgbClr val="FFFFFF"/>
              </a:solidFill>
              <a:latin typeface="Arial"/>
            </a:endParaRPr>
          </a:p>
          <a:p>
            <a:pPr algn="just">
              <a:lnSpc>
                <a:spcPct val="150000"/>
              </a:lnSpc>
            </a:pPr>
            <a:endParaRPr lang="en-IN" sz="1800" b="0" strike="noStrike" spc="-1" dirty="0">
              <a:solidFill>
                <a:srgbClr val="FFFFFF"/>
              </a:solidFill>
              <a:latin typeface="Arial"/>
            </a:endParaRPr>
          </a:p>
          <a:p>
            <a:pPr algn="just">
              <a:lnSpc>
                <a:spcPct val="150000"/>
              </a:lnSpc>
            </a:pPr>
            <a:endParaRPr lang="en-IN" sz="1800" b="0" strike="noStrike" spc="-1" dirty="0">
              <a:solidFill>
                <a:srgbClr val="FFFFFF"/>
              </a:solidFill>
              <a:latin typeface="Arial"/>
            </a:endParaRPr>
          </a:p>
          <a:p>
            <a:pPr algn="just">
              <a:lnSpc>
                <a:spcPct val="150000"/>
              </a:lnSpc>
            </a:pPr>
            <a:endParaRPr lang="en-IN" sz="1800" b="0" strike="noStrike" spc="-1" dirty="0">
              <a:solidFill>
                <a:srgbClr val="FFFFFF"/>
              </a:solidFill>
              <a:latin typeface="Arial"/>
            </a:endParaRPr>
          </a:p>
          <a:p>
            <a:pPr algn="just">
              <a:lnSpc>
                <a:spcPct val="150000"/>
              </a:lnSpc>
            </a:pPr>
            <a:endParaRPr lang="en-IN" sz="1800" b="0" strike="noStrike" spc="-1" dirty="0">
              <a:solidFill>
                <a:srgbClr val="FFFFFF"/>
              </a:solidFill>
              <a:latin typeface="Arial"/>
            </a:endParaRPr>
          </a:p>
          <a:p>
            <a:pPr algn="just">
              <a:lnSpc>
                <a:spcPct val="150000"/>
              </a:lnSpc>
            </a:pPr>
            <a:r>
              <a:rPr lang="en-IN" sz="1800" b="0" strike="noStrike" spc="-1" dirty="0">
                <a:solidFill>
                  <a:srgbClr val="FFFFFF"/>
                </a:solidFill>
                <a:latin typeface="Arial"/>
                <a:ea typeface="Microsoft YaHei"/>
              </a:rPr>
              <a:t>																	Eq. 3</a:t>
            </a:r>
            <a:endParaRPr lang="en-IN" sz="1800" b="0" strike="noStrike" spc="-1" dirty="0">
              <a:solidFill>
                <a:srgbClr val="FFFFFF"/>
              </a:solidFill>
              <a:latin typeface="Arial"/>
            </a:endParaRPr>
          </a:p>
          <a:p>
            <a:pPr algn="just">
              <a:lnSpc>
                <a:spcPct val="150000"/>
              </a:lnSpc>
            </a:pPr>
            <a:endParaRPr lang="en-IN" sz="1800" b="0" strike="noStrike" spc="-1" dirty="0">
              <a:solidFill>
                <a:srgbClr val="FFFFFF"/>
              </a:solidFill>
              <a:latin typeface="Arial"/>
            </a:endParaRPr>
          </a:p>
          <a:p>
            <a:pPr algn="just">
              <a:lnSpc>
                <a:spcPct val="150000"/>
              </a:lnSpc>
            </a:pPr>
            <a:r>
              <a:rPr lang="en-IN" sz="1800" b="0" strike="noStrike" spc="-1" dirty="0" err="1">
                <a:solidFill>
                  <a:srgbClr val="FFFFFF"/>
                </a:solidFill>
                <a:latin typeface="Arial"/>
                <a:ea typeface="Microsoft YaHei"/>
              </a:rPr>
              <a:t>Eqn</a:t>
            </a:r>
            <a:r>
              <a:rPr lang="en-IN" sz="1800" b="0" strike="noStrike" spc="-1" dirty="0">
                <a:solidFill>
                  <a:srgbClr val="FFFFFF"/>
                </a:solidFill>
                <a:latin typeface="Arial"/>
                <a:ea typeface="Microsoft YaHei"/>
              </a:rPr>
              <a:t> 3, is called Bernoulli’s equation. Historically, Bernoulli's equation is one of the most fundamental equations in fluid mechanics. The following important points should be noted:</a:t>
            </a:r>
            <a:endParaRPr lang="en-IN" sz="1800" b="0" strike="noStrike" spc="-1" dirty="0">
              <a:solidFill>
                <a:srgbClr val="FFFFFF"/>
              </a:solidFill>
              <a:latin typeface="Arial"/>
            </a:endParaRPr>
          </a:p>
          <a:p>
            <a:pPr algn="just">
              <a:lnSpc>
                <a:spcPct val="150000"/>
              </a:lnSpc>
            </a:pPr>
            <a:r>
              <a:rPr lang="en-IN" sz="1800" b="0" strike="noStrike" spc="-1" dirty="0">
                <a:solidFill>
                  <a:srgbClr val="FFFFFF"/>
                </a:solidFill>
                <a:latin typeface="Arial"/>
                <a:ea typeface="Microsoft YaHei"/>
              </a:rPr>
              <a:t>a) Equation 3 hold only for inviscid (frictionless), incompressible flow.</a:t>
            </a:r>
            <a:endParaRPr lang="en-IN" sz="1800" b="0" strike="noStrike" spc="-1" dirty="0">
              <a:solidFill>
                <a:srgbClr val="FFFFFF"/>
              </a:solidFill>
              <a:latin typeface="Arial"/>
            </a:endParaRPr>
          </a:p>
          <a:p>
            <a:pPr algn="just">
              <a:lnSpc>
                <a:spcPct val="150000"/>
              </a:lnSpc>
            </a:pPr>
            <a:r>
              <a:rPr lang="en-IN" sz="1800" b="0" strike="noStrike" spc="-1" dirty="0">
                <a:solidFill>
                  <a:srgbClr val="FFFFFF"/>
                </a:solidFill>
                <a:latin typeface="Arial"/>
                <a:ea typeface="Microsoft YaHei"/>
              </a:rPr>
              <a:t>b) Equation 3 relate properties between different points along a streamline.</a:t>
            </a:r>
            <a:endParaRPr lang="en-IN" sz="1800" b="0" strike="noStrike" spc="-1" dirty="0">
              <a:solidFill>
                <a:srgbClr val="FFFFFF"/>
              </a:solidFill>
              <a:latin typeface="Arial"/>
            </a:endParaRPr>
          </a:p>
        </p:txBody>
      </p:sp>
      <mc:AlternateContent xmlns:mc="http://schemas.openxmlformats.org/markup-compatibility/2006" xmlns:a14="http://schemas.microsoft.com/office/drawing/2010/main">
        <mc:Choice Requires="a14">
          <p:sp>
            <p:nvSpPr>
              <p:cNvPr id="182" name="Formula 2"/>
              <p:cNvSpPr txBox="1"/>
              <p:nvPr/>
            </p:nvSpPr>
            <p:spPr>
              <a:xfrm>
                <a:off x="5594058" y="806696"/>
                <a:ext cx="2514240" cy="462658"/>
              </a:xfrm>
              <a:prstGeom prst="rect">
                <a:avLst/>
              </a:prstGeom>
            </p:spPr>
            <p:txBody>
              <a:bodyPr/>
              <a:lstStyle/>
              <a:p>
                <a:pPr/>
                <a14:m>
                  <m:oMathPara xmlns:m="http://schemas.openxmlformats.org/officeDocument/2006/math">
                    <m:oMathParaPr>
                      <m:jc m:val="centerGroup"/>
                    </m:oMathParaPr>
                    <m:oMath xmlns:m="http://schemas.openxmlformats.org/officeDocument/2006/math">
                      <m:r>
                        <a:rPr lang="en-IN" smtClean="0">
                          <a:solidFill>
                            <a:schemeClr val="bg1"/>
                          </a:solidFill>
                          <a:latin typeface="Cambria Math" panose="02040503050406030204" pitchFamily="18" charset="0"/>
                        </a:rPr>
                        <m:t>𝑑𝑝</m:t>
                      </m:r>
                      <m:r>
                        <a:rPr lang="en-IN" smtClean="0">
                          <a:solidFill>
                            <a:schemeClr val="bg1"/>
                          </a:solidFill>
                          <a:latin typeface="Cambria Math" panose="02040503050406030204" pitchFamily="18" charset="0"/>
                        </a:rPr>
                        <m:t>+</m:t>
                      </m:r>
                      <m:r>
                        <a:rPr lang="en-IN" smtClean="0">
                          <a:solidFill>
                            <a:schemeClr val="bg1"/>
                          </a:solidFill>
                          <a:latin typeface="Cambria Math" panose="02040503050406030204" pitchFamily="18" charset="0"/>
                        </a:rPr>
                        <m:t>𝜌</m:t>
                      </m:r>
                      <m:r>
                        <a:rPr lang="en-IN" smtClean="0">
                          <a:solidFill>
                            <a:schemeClr val="bg1"/>
                          </a:solidFill>
                          <a:latin typeface="Cambria Math" panose="02040503050406030204" pitchFamily="18" charset="0"/>
                        </a:rPr>
                        <m:t>𝑉𝑑𝑉</m:t>
                      </m:r>
                      <m:r>
                        <a:rPr lang="en-IN" smtClean="0">
                          <a:solidFill>
                            <a:schemeClr val="bg1"/>
                          </a:solidFill>
                          <a:latin typeface="Cambria Math" panose="02040503050406030204" pitchFamily="18" charset="0"/>
                        </a:rPr>
                        <m:t>=</m:t>
                      </m:r>
                      <m:r>
                        <a:rPr lang="en-IN" smtClean="0">
                          <a:solidFill>
                            <a:schemeClr val="bg1"/>
                          </a:solidFill>
                          <a:latin typeface="Cambria Math" panose="02040503050406030204" pitchFamily="18" charset="0"/>
                        </a:rPr>
                        <m:t>0</m:t>
                      </m:r>
                    </m:oMath>
                  </m:oMathPara>
                </a14:m>
                <a:endParaRPr lang="en-IN" dirty="0">
                  <a:solidFill>
                    <a:schemeClr val="bg1"/>
                  </a:solidFill>
                </a:endParaRPr>
              </a:p>
            </p:txBody>
          </p:sp>
        </mc:Choice>
        <mc:Fallback xmlns="">
          <p:sp>
            <p:nvSpPr>
              <p:cNvPr id="182" name="Formula 2"/>
              <p:cNvSpPr txBox="1">
                <a:spLocks noRot="1" noChangeAspect="1" noMove="1" noResize="1" noEditPoints="1" noAdjustHandles="1" noChangeArrowheads="1" noChangeShapeType="1" noTextEdit="1"/>
              </p:cNvSpPr>
              <p:nvPr/>
            </p:nvSpPr>
            <p:spPr>
              <a:xfrm>
                <a:off x="5594058" y="806696"/>
                <a:ext cx="2514240" cy="462658"/>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3" name="Formula 3"/>
              <p:cNvSpPr txBox="1"/>
              <p:nvPr/>
            </p:nvSpPr>
            <p:spPr>
              <a:xfrm>
                <a:off x="503725" y="1952007"/>
                <a:ext cx="3256516" cy="693360"/>
              </a:xfrm>
              <a:prstGeom prst="rect">
                <a:avLst/>
              </a:prstGeom>
            </p:spPr>
            <p:txBody>
              <a:bodyPr/>
              <a:lstStyle/>
              <a:p>
                <a:pPr/>
                <a14:m>
                  <m:oMathPara xmlns:m="http://schemas.openxmlformats.org/officeDocument/2006/math">
                    <m:oMathParaPr>
                      <m:jc m:val="centerGroup"/>
                    </m:oMathParaPr>
                    <m:oMath xmlns:m="http://schemas.openxmlformats.org/officeDocument/2006/math">
                      <m:nary>
                        <m:naryPr>
                          <m:ctrlPr>
                            <a:rPr lang="ar-AE" i="1" smtClean="0">
                              <a:solidFill>
                                <a:schemeClr val="bg1"/>
                              </a:solidFill>
                              <a:latin typeface="Cambria Math" panose="02040503050406030204" pitchFamily="18" charset="0"/>
                            </a:rPr>
                          </m:ctrlPr>
                        </m:naryPr>
                        <m:sub>
                          <m:sSub>
                            <m:sSubPr>
                              <m:ctrlPr>
                                <a:rPr lang="ar-AE" i="1">
                                  <a:solidFill>
                                    <a:schemeClr val="bg1"/>
                                  </a:solidFill>
                                  <a:latin typeface="Cambria Math" panose="02040503050406030204" pitchFamily="18" charset="0"/>
                                </a:rPr>
                              </m:ctrlPr>
                            </m:sSubPr>
                            <m:e>
                              <m:r>
                                <a:rPr lang="ar-AE">
                                  <a:solidFill>
                                    <a:schemeClr val="bg1"/>
                                  </a:solidFill>
                                  <a:latin typeface="Cambria Math" panose="02040503050406030204" pitchFamily="18" charset="0"/>
                                </a:rPr>
                                <m:t>𝑝</m:t>
                              </m:r>
                            </m:e>
                            <m:sub>
                              <m:r>
                                <a:rPr lang="ar-AE">
                                  <a:solidFill>
                                    <a:schemeClr val="bg1"/>
                                  </a:solidFill>
                                  <a:latin typeface="Cambria Math" panose="02040503050406030204" pitchFamily="18" charset="0"/>
                                </a:rPr>
                                <m:t>1</m:t>
                              </m:r>
                            </m:sub>
                          </m:sSub>
                        </m:sub>
                        <m:sup>
                          <m:sSub>
                            <m:sSubPr>
                              <m:ctrlPr>
                                <a:rPr lang="ar-AE" i="1">
                                  <a:solidFill>
                                    <a:schemeClr val="bg1"/>
                                  </a:solidFill>
                                  <a:latin typeface="Cambria Math" panose="02040503050406030204" pitchFamily="18" charset="0"/>
                                </a:rPr>
                              </m:ctrlPr>
                            </m:sSubPr>
                            <m:e>
                              <m:r>
                                <a:rPr lang="ar-AE">
                                  <a:solidFill>
                                    <a:schemeClr val="bg1"/>
                                  </a:solidFill>
                                  <a:latin typeface="Cambria Math" panose="02040503050406030204" pitchFamily="18" charset="0"/>
                                </a:rPr>
                                <m:t>𝑝</m:t>
                              </m:r>
                            </m:e>
                            <m:sub>
                              <m:r>
                                <a:rPr lang="ar-AE">
                                  <a:solidFill>
                                    <a:schemeClr val="bg1"/>
                                  </a:solidFill>
                                  <a:latin typeface="Cambria Math" panose="02040503050406030204" pitchFamily="18" charset="0"/>
                                </a:rPr>
                                <m:t>2</m:t>
                              </m:r>
                            </m:sub>
                          </m:sSub>
                        </m:sup>
                        <m:e>
                          <m:r>
                            <a:rPr lang="ar-AE">
                              <a:solidFill>
                                <a:schemeClr val="bg1"/>
                              </a:solidFill>
                              <a:latin typeface="Cambria Math" panose="02040503050406030204" pitchFamily="18" charset="0"/>
                            </a:rPr>
                            <m:t>𝑑𝑝</m:t>
                          </m:r>
                        </m:e>
                      </m:nary>
                      <m:r>
                        <a:rPr lang="ar-AE">
                          <a:solidFill>
                            <a:schemeClr val="bg1"/>
                          </a:solidFill>
                          <a:latin typeface="Cambria Math" panose="02040503050406030204" pitchFamily="18" charset="0"/>
                        </a:rPr>
                        <m:t>+</m:t>
                      </m:r>
                      <m:r>
                        <a:rPr lang="ar-AE">
                          <a:solidFill>
                            <a:schemeClr val="bg1"/>
                          </a:solidFill>
                          <a:latin typeface="Cambria Math" panose="02040503050406030204" pitchFamily="18" charset="0"/>
                        </a:rPr>
                        <m:t>𝜌</m:t>
                      </m:r>
                      <m:nary>
                        <m:naryPr>
                          <m:ctrlPr>
                            <a:rPr lang="ar-AE" i="1">
                              <a:solidFill>
                                <a:schemeClr val="bg1"/>
                              </a:solidFill>
                              <a:latin typeface="Cambria Math" panose="02040503050406030204" pitchFamily="18" charset="0"/>
                            </a:rPr>
                          </m:ctrlPr>
                        </m:naryPr>
                        <m:sub>
                          <m:sSub>
                            <m:sSubPr>
                              <m:ctrlPr>
                                <a:rPr lang="ar-AE" i="1">
                                  <a:solidFill>
                                    <a:schemeClr val="bg1"/>
                                  </a:solidFill>
                                  <a:latin typeface="Cambria Math" panose="02040503050406030204" pitchFamily="18" charset="0"/>
                                </a:rPr>
                              </m:ctrlPr>
                            </m:sSubPr>
                            <m:e>
                              <m:r>
                                <a:rPr lang="ar-AE">
                                  <a:solidFill>
                                    <a:schemeClr val="bg1"/>
                                  </a:solidFill>
                                  <a:latin typeface="Cambria Math" panose="02040503050406030204" pitchFamily="18" charset="0"/>
                                </a:rPr>
                                <m:t>𝑉</m:t>
                              </m:r>
                            </m:e>
                            <m:sub>
                              <m:r>
                                <a:rPr lang="ar-AE">
                                  <a:solidFill>
                                    <a:schemeClr val="bg1"/>
                                  </a:solidFill>
                                  <a:latin typeface="Cambria Math" panose="02040503050406030204" pitchFamily="18" charset="0"/>
                                </a:rPr>
                                <m:t>2</m:t>
                              </m:r>
                            </m:sub>
                          </m:sSub>
                        </m:sub>
                        <m:sup>
                          <m:sSub>
                            <m:sSubPr>
                              <m:ctrlPr>
                                <a:rPr lang="ar-AE" i="1">
                                  <a:solidFill>
                                    <a:schemeClr val="bg1"/>
                                  </a:solidFill>
                                  <a:latin typeface="Cambria Math" panose="02040503050406030204" pitchFamily="18" charset="0"/>
                                </a:rPr>
                              </m:ctrlPr>
                            </m:sSubPr>
                            <m:e>
                              <m:r>
                                <a:rPr lang="ar-AE">
                                  <a:solidFill>
                                    <a:schemeClr val="bg1"/>
                                  </a:solidFill>
                                  <a:latin typeface="Cambria Math" panose="02040503050406030204" pitchFamily="18" charset="0"/>
                                </a:rPr>
                                <m:t>𝑉</m:t>
                              </m:r>
                            </m:e>
                            <m:sub>
                              <m:r>
                                <a:rPr lang="ar-AE">
                                  <a:solidFill>
                                    <a:schemeClr val="bg1"/>
                                  </a:solidFill>
                                  <a:latin typeface="Cambria Math" panose="02040503050406030204" pitchFamily="18" charset="0"/>
                                </a:rPr>
                                <m:t>1</m:t>
                              </m:r>
                            </m:sub>
                          </m:sSub>
                        </m:sup>
                        <m:e>
                          <m:r>
                            <a:rPr lang="ar-AE">
                              <a:solidFill>
                                <a:schemeClr val="bg1"/>
                              </a:solidFill>
                              <a:latin typeface="Cambria Math" panose="02040503050406030204" pitchFamily="18" charset="0"/>
                            </a:rPr>
                            <m:t>𝑉𝑑𝑉</m:t>
                          </m:r>
                        </m:e>
                      </m:nary>
                      <m:r>
                        <a:rPr lang="ar-AE">
                          <a:solidFill>
                            <a:schemeClr val="bg1"/>
                          </a:solidFill>
                          <a:latin typeface="Cambria Math" panose="02040503050406030204" pitchFamily="18" charset="0"/>
                        </a:rPr>
                        <m:t>=</m:t>
                      </m:r>
                      <m:r>
                        <a:rPr lang="ar-AE">
                          <a:solidFill>
                            <a:schemeClr val="bg1"/>
                          </a:solidFill>
                          <a:latin typeface="Cambria Math" panose="02040503050406030204" pitchFamily="18" charset="0"/>
                        </a:rPr>
                        <m:t>0</m:t>
                      </m:r>
                    </m:oMath>
                  </m:oMathPara>
                </a14:m>
                <a:endParaRPr lang="ar-AE" dirty="0">
                  <a:solidFill>
                    <a:schemeClr val="bg1"/>
                  </a:solidFill>
                </a:endParaRPr>
              </a:p>
            </p:txBody>
          </p:sp>
        </mc:Choice>
        <mc:Fallback xmlns="">
          <p:sp>
            <p:nvSpPr>
              <p:cNvPr id="183" name="Formula 3"/>
              <p:cNvSpPr txBox="1">
                <a:spLocks noRot="1" noChangeAspect="1" noMove="1" noResize="1" noEditPoints="1" noAdjustHandles="1" noChangeArrowheads="1" noChangeShapeType="1" noTextEdit="1"/>
              </p:cNvSpPr>
              <p:nvPr/>
            </p:nvSpPr>
            <p:spPr>
              <a:xfrm>
                <a:off x="503725" y="1952007"/>
                <a:ext cx="3256516" cy="693360"/>
              </a:xfrm>
              <a:prstGeom prst="rect">
                <a:avLst/>
              </a:prstGeom>
              <a:blipFill>
                <a:blip r:embed="rId4"/>
                <a:stretch>
                  <a:fillRect b="-87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4" name="Formula 4"/>
              <p:cNvSpPr txBox="1"/>
              <p:nvPr/>
            </p:nvSpPr>
            <p:spPr>
              <a:xfrm>
                <a:off x="4004607" y="1933346"/>
                <a:ext cx="3467160" cy="661320"/>
              </a:xfrm>
              <a:prstGeom prst="rect">
                <a:avLst/>
              </a:prstGeom>
            </p:spPr>
            <p:txBody>
              <a:bodyPr/>
              <a:lstStyle/>
              <a:p>
                <a:pPr/>
                <a14:m>
                  <m:oMathPara xmlns:m="http://schemas.openxmlformats.org/officeDocument/2006/math">
                    <m:oMathParaPr>
                      <m:jc m:val="centerGroup"/>
                    </m:oMathParaPr>
                    <m:oMath xmlns:m="http://schemas.openxmlformats.org/officeDocument/2006/math">
                      <m:d>
                        <m:dPr>
                          <m:ctrlPr>
                            <a:rPr lang="ar-AE" i="1" smtClean="0">
                              <a:solidFill>
                                <a:schemeClr val="bg1"/>
                              </a:solidFill>
                              <a:latin typeface="Cambria Math" panose="02040503050406030204" pitchFamily="18" charset="0"/>
                            </a:rPr>
                          </m:ctrlPr>
                        </m:dPr>
                        <m:e>
                          <m:sSub>
                            <m:sSubPr>
                              <m:ctrlPr>
                                <a:rPr lang="ar-AE" i="1">
                                  <a:solidFill>
                                    <a:schemeClr val="bg1"/>
                                  </a:solidFill>
                                  <a:latin typeface="Cambria Math" panose="02040503050406030204" pitchFamily="18" charset="0"/>
                                </a:rPr>
                              </m:ctrlPr>
                            </m:sSubPr>
                            <m:e>
                              <m:r>
                                <a:rPr lang="ar-AE">
                                  <a:solidFill>
                                    <a:schemeClr val="bg1"/>
                                  </a:solidFill>
                                  <a:latin typeface="Cambria Math" panose="02040503050406030204" pitchFamily="18" charset="0"/>
                                </a:rPr>
                                <m:t>𝑝</m:t>
                              </m:r>
                            </m:e>
                            <m:sub>
                              <m:r>
                                <a:rPr lang="ar-AE">
                                  <a:solidFill>
                                    <a:schemeClr val="bg1"/>
                                  </a:solidFill>
                                  <a:latin typeface="Cambria Math" panose="02040503050406030204" pitchFamily="18" charset="0"/>
                                </a:rPr>
                                <m:t>2</m:t>
                              </m:r>
                            </m:sub>
                          </m:sSub>
                          <m:r>
                            <a:rPr lang="ar-AE">
                              <a:solidFill>
                                <a:schemeClr val="bg1"/>
                              </a:solidFill>
                              <a:latin typeface="Cambria Math" panose="02040503050406030204" pitchFamily="18" charset="0"/>
                            </a:rPr>
                            <m:t>−</m:t>
                          </m:r>
                          <m:sSub>
                            <m:sSubPr>
                              <m:ctrlPr>
                                <a:rPr lang="ar-AE" i="1">
                                  <a:solidFill>
                                    <a:schemeClr val="bg1"/>
                                  </a:solidFill>
                                  <a:latin typeface="Cambria Math" panose="02040503050406030204" pitchFamily="18" charset="0"/>
                                </a:rPr>
                              </m:ctrlPr>
                            </m:sSubPr>
                            <m:e>
                              <m:r>
                                <a:rPr lang="ar-AE">
                                  <a:solidFill>
                                    <a:schemeClr val="bg1"/>
                                  </a:solidFill>
                                  <a:latin typeface="Cambria Math" panose="02040503050406030204" pitchFamily="18" charset="0"/>
                                </a:rPr>
                                <m:t>𝑝</m:t>
                              </m:r>
                            </m:e>
                            <m:sub>
                              <m:r>
                                <a:rPr lang="ar-AE">
                                  <a:solidFill>
                                    <a:schemeClr val="bg1"/>
                                  </a:solidFill>
                                  <a:latin typeface="Cambria Math" panose="02040503050406030204" pitchFamily="18" charset="0"/>
                                </a:rPr>
                                <m:t>1</m:t>
                              </m:r>
                            </m:sub>
                          </m:sSub>
                        </m:e>
                      </m:d>
                      <m:r>
                        <a:rPr lang="ar-AE">
                          <a:solidFill>
                            <a:schemeClr val="bg1"/>
                          </a:solidFill>
                          <a:latin typeface="Cambria Math" panose="02040503050406030204" pitchFamily="18" charset="0"/>
                        </a:rPr>
                        <m:t>+</m:t>
                      </m:r>
                      <m:r>
                        <a:rPr lang="ar-AE">
                          <a:solidFill>
                            <a:schemeClr val="bg1"/>
                          </a:solidFill>
                          <a:latin typeface="Cambria Math" panose="02040503050406030204" pitchFamily="18" charset="0"/>
                        </a:rPr>
                        <m:t>𝜌</m:t>
                      </m:r>
                      <m:d>
                        <m:dPr>
                          <m:ctrlPr>
                            <a:rPr lang="ar-AE" i="1">
                              <a:solidFill>
                                <a:schemeClr val="bg1"/>
                              </a:solidFill>
                              <a:latin typeface="Cambria Math" panose="02040503050406030204" pitchFamily="18" charset="0"/>
                            </a:rPr>
                          </m:ctrlPr>
                        </m:dPr>
                        <m:e>
                          <m:f>
                            <m:fPr>
                              <m:ctrlPr>
                                <a:rPr lang="ar-AE" i="1">
                                  <a:solidFill>
                                    <a:schemeClr val="bg1"/>
                                  </a:solidFill>
                                  <a:latin typeface="Cambria Math" panose="02040503050406030204" pitchFamily="18" charset="0"/>
                                </a:rPr>
                              </m:ctrlPr>
                            </m:fPr>
                            <m:num>
                              <m:sSubSup>
                                <m:sSubSupPr>
                                  <m:ctrlPr>
                                    <a:rPr lang="ar-AE" i="1">
                                      <a:solidFill>
                                        <a:schemeClr val="bg1"/>
                                      </a:solidFill>
                                      <a:latin typeface="Cambria Math" panose="02040503050406030204" pitchFamily="18" charset="0"/>
                                    </a:rPr>
                                  </m:ctrlPr>
                                </m:sSubSupPr>
                                <m:e>
                                  <m:r>
                                    <a:rPr lang="ar-AE">
                                      <a:solidFill>
                                        <a:schemeClr val="bg1"/>
                                      </a:solidFill>
                                      <a:latin typeface="Cambria Math" panose="02040503050406030204" pitchFamily="18" charset="0"/>
                                    </a:rPr>
                                    <m:t>𝑉</m:t>
                                  </m:r>
                                </m:e>
                                <m:sub>
                                  <m:r>
                                    <a:rPr lang="ar-AE">
                                      <a:solidFill>
                                        <a:schemeClr val="bg1"/>
                                      </a:solidFill>
                                      <a:latin typeface="Cambria Math" panose="02040503050406030204" pitchFamily="18" charset="0"/>
                                    </a:rPr>
                                    <m:t>2</m:t>
                                  </m:r>
                                </m:sub>
                                <m:sup>
                                  <m:r>
                                    <a:rPr lang="ar-AE">
                                      <a:solidFill>
                                        <a:schemeClr val="bg1"/>
                                      </a:solidFill>
                                      <a:latin typeface="Cambria Math" panose="02040503050406030204" pitchFamily="18" charset="0"/>
                                    </a:rPr>
                                    <m:t>2</m:t>
                                  </m:r>
                                </m:sup>
                              </m:sSubSup>
                            </m:num>
                            <m:den>
                              <m:r>
                                <a:rPr lang="ar-AE">
                                  <a:solidFill>
                                    <a:schemeClr val="bg1"/>
                                  </a:solidFill>
                                  <a:latin typeface="Cambria Math" panose="02040503050406030204" pitchFamily="18" charset="0"/>
                                </a:rPr>
                                <m:t>2</m:t>
                              </m:r>
                            </m:den>
                          </m:f>
                          <m:r>
                            <a:rPr lang="ar-AE">
                              <a:solidFill>
                                <a:schemeClr val="bg1"/>
                              </a:solidFill>
                              <a:latin typeface="Cambria Math" panose="02040503050406030204" pitchFamily="18" charset="0"/>
                            </a:rPr>
                            <m:t>−</m:t>
                          </m:r>
                          <m:f>
                            <m:fPr>
                              <m:ctrlPr>
                                <a:rPr lang="ar-AE" i="1">
                                  <a:solidFill>
                                    <a:schemeClr val="bg1"/>
                                  </a:solidFill>
                                  <a:latin typeface="Cambria Math" panose="02040503050406030204" pitchFamily="18" charset="0"/>
                                </a:rPr>
                              </m:ctrlPr>
                            </m:fPr>
                            <m:num>
                              <m:sSubSup>
                                <m:sSubSupPr>
                                  <m:ctrlPr>
                                    <a:rPr lang="ar-AE" i="1">
                                      <a:solidFill>
                                        <a:schemeClr val="bg1"/>
                                      </a:solidFill>
                                      <a:latin typeface="Cambria Math" panose="02040503050406030204" pitchFamily="18" charset="0"/>
                                    </a:rPr>
                                  </m:ctrlPr>
                                </m:sSubSupPr>
                                <m:e>
                                  <m:r>
                                    <a:rPr lang="ar-AE">
                                      <a:solidFill>
                                        <a:schemeClr val="bg1"/>
                                      </a:solidFill>
                                      <a:latin typeface="Cambria Math" panose="02040503050406030204" pitchFamily="18" charset="0"/>
                                    </a:rPr>
                                    <m:t>𝑉</m:t>
                                  </m:r>
                                </m:e>
                                <m:sub>
                                  <m:r>
                                    <a:rPr lang="ar-AE">
                                      <a:solidFill>
                                        <a:schemeClr val="bg1"/>
                                      </a:solidFill>
                                      <a:latin typeface="Cambria Math" panose="02040503050406030204" pitchFamily="18" charset="0"/>
                                    </a:rPr>
                                    <m:t>1</m:t>
                                  </m:r>
                                </m:sub>
                                <m:sup>
                                  <m:r>
                                    <a:rPr lang="ar-AE">
                                      <a:solidFill>
                                        <a:schemeClr val="bg1"/>
                                      </a:solidFill>
                                      <a:latin typeface="Cambria Math" panose="02040503050406030204" pitchFamily="18" charset="0"/>
                                    </a:rPr>
                                    <m:t>2</m:t>
                                  </m:r>
                                </m:sup>
                              </m:sSubSup>
                            </m:num>
                            <m:den>
                              <m:r>
                                <a:rPr lang="ar-AE">
                                  <a:solidFill>
                                    <a:schemeClr val="bg1"/>
                                  </a:solidFill>
                                  <a:latin typeface="Cambria Math" panose="02040503050406030204" pitchFamily="18" charset="0"/>
                                </a:rPr>
                                <m:t>2</m:t>
                              </m:r>
                            </m:den>
                          </m:f>
                        </m:e>
                      </m:d>
                      <m:r>
                        <a:rPr lang="ar-AE">
                          <a:solidFill>
                            <a:schemeClr val="bg1"/>
                          </a:solidFill>
                          <a:latin typeface="Cambria Math" panose="02040503050406030204" pitchFamily="18" charset="0"/>
                        </a:rPr>
                        <m:t>=</m:t>
                      </m:r>
                      <m:r>
                        <a:rPr lang="ar-AE">
                          <a:solidFill>
                            <a:schemeClr val="bg1"/>
                          </a:solidFill>
                          <a:latin typeface="Cambria Math" panose="02040503050406030204" pitchFamily="18" charset="0"/>
                        </a:rPr>
                        <m:t>0</m:t>
                      </m:r>
                    </m:oMath>
                  </m:oMathPara>
                </a14:m>
                <a:endParaRPr lang="ar-AE" dirty="0">
                  <a:solidFill>
                    <a:schemeClr val="bg1"/>
                  </a:solidFill>
                </a:endParaRPr>
              </a:p>
            </p:txBody>
          </p:sp>
        </mc:Choice>
        <mc:Fallback xmlns="">
          <p:sp>
            <p:nvSpPr>
              <p:cNvPr id="184" name="Formula 4"/>
              <p:cNvSpPr txBox="1">
                <a:spLocks noRot="1" noChangeAspect="1" noMove="1" noResize="1" noEditPoints="1" noAdjustHandles="1" noChangeArrowheads="1" noChangeShapeType="1" noTextEdit="1"/>
              </p:cNvSpPr>
              <p:nvPr/>
            </p:nvSpPr>
            <p:spPr>
              <a:xfrm>
                <a:off x="4004607" y="1933346"/>
                <a:ext cx="3467160" cy="661320"/>
              </a:xfrm>
              <a:prstGeom prst="rect">
                <a:avLst/>
              </a:prstGeom>
              <a:blipFill>
                <a:blip r:embed="rId5"/>
                <a:stretch>
                  <a:fillRect b="-275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5" name="Formula 5"/>
              <p:cNvSpPr txBox="1"/>
              <p:nvPr/>
            </p:nvSpPr>
            <p:spPr>
              <a:xfrm>
                <a:off x="522514" y="3197215"/>
                <a:ext cx="3125880" cy="661320"/>
              </a:xfrm>
              <a:prstGeom prst="rect">
                <a:avLst/>
              </a:prstGeom>
            </p:spPr>
            <p:txBody>
              <a:bodyPr/>
              <a:lstStyle/>
              <a:p>
                <a:pPr/>
                <a14:m>
                  <m:oMathPara xmlns:m="http://schemas.openxmlformats.org/officeDocument/2006/math">
                    <m:oMathParaPr>
                      <m:jc m:val="centerGroup"/>
                    </m:oMathParaPr>
                    <m:oMath xmlns:m="http://schemas.openxmlformats.org/officeDocument/2006/math">
                      <m:d>
                        <m:dPr>
                          <m:ctrlPr>
                            <a:rPr lang="ar-AE" i="1" smtClean="0">
                              <a:solidFill>
                                <a:schemeClr val="bg1"/>
                              </a:solidFill>
                              <a:latin typeface="Cambria Math" panose="02040503050406030204" pitchFamily="18" charset="0"/>
                            </a:rPr>
                          </m:ctrlPr>
                        </m:dPr>
                        <m:e>
                          <m:sSub>
                            <m:sSubPr>
                              <m:ctrlPr>
                                <a:rPr lang="ar-AE" i="1">
                                  <a:solidFill>
                                    <a:schemeClr val="bg1"/>
                                  </a:solidFill>
                                  <a:latin typeface="Cambria Math" panose="02040503050406030204" pitchFamily="18" charset="0"/>
                                </a:rPr>
                              </m:ctrlPr>
                            </m:sSubPr>
                            <m:e>
                              <m:r>
                                <a:rPr lang="ar-AE">
                                  <a:solidFill>
                                    <a:schemeClr val="bg1"/>
                                  </a:solidFill>
                                  <a:latin typeface="Cambria Math" panose="02040503050406030204" pitchFamily="18" charset="0"/>
                                </a:rPr>
                                <m:t>𝑝</m:t>
                              </m:r>
                            </m:e>
                            <m:sub>
                              <m:r>
                                <a:rPr lang="ar-AE">
                                  <a:solidFill>
                                    <a:schemeClr val="bg1"/>
                                  </a:solidFill>
                                  <a:latin typeface="Cambria Math" panose="02040503050406030204" pitchFamily="18" charset="0"/>
                                </a:rPr>
                                <m:t>2</m:t>
                              </m:r>
                            </m:sub>
                          </m:sSub>
                          <m:r>
                            <a:rPr lang="ar-AE">
                              <a:solidFill>
                                <a:schemeClr val="bg1"/>
                              </a:solidFill>
                              <a:latin typeface="Cambria Math" panose="02040503050406030204" pitchFamily="18" charset="0"/>
                            </a:rPr>
                            <m:t>+</m:t>
                          </m:r>
                          <m:f>
                            <m:fPr>
                              <m:ctrlPr>
                                <a:rPr lang="ar-AE" i="1">
                                  <a:solidFill>
                                    <a:schemeClr val="bg1"/>
                                  </a:solidFill>
                                  <a:latin typeface="Cambria Math" panose="02040503050406030204" pitchFamily="18" charset="0"/>
                                </a:rPr>
                              </m:ctrlPr>
                            </m:fPr>
                            <m:num>
                              <m:sSubSup>
                                <m:sSubSupPr>
                                  <m:ctrlPr>
                                    <a:rPr lang="ar-AE" i="1">
                                      <a:solidFill>
                                        <a:schemeClr val="bg1"/>
                                      </a:solidFill>
                                      <a:latin typeface="Cambria Math" panose="02040503050406030204" pitchFamily="18" charset="0"/>
                                    </a:rPr>
                                  </m:ctrlPr>
                                </m:sSubSupPr>
                                <m:e>
                                  <m:r>
                                    <a:rPr lang="ar-AE">
                                      <a:solidFill>
                                        <a:schemeClr val="bg1"/>
                                      </a:solidFill>
                                      <a:latin typeface="Cambria Math" panose="02040503050406030204" pitchFamily="18" charset="0"/>
                                    </a:rPr>
                                    <m:t>𝜌</m:t>
                                  </m:r>
                                  <m:r>
                                    <a:rPr lang="ar-AE">
                                      <a:solidFill>
                                        <a:schemeClr val="bg1"/>
                                      </a:solidFill>
                                      <a:latin typeface="Cambria Math" panose="02040503050406030204" pitchFamily="18" charset="0"/>
                                    </a:rPr>
                                    <m:t>𝑉</m:t>
                                  </m:r>
                                </m:e>
                                <m:sub>
                                  <m:r>
                                    <a:rPr lang="ar-AE">
                                      <a:solidFill>
                                        <a:schemeClr val="bg1"/>
                                      </a:solidFill>
                                      <a:latin typeface="Cambria Math" panose="02040503050406030204" pitchFamily="18" charset="0"/>
                                    </a:rPr>
                                    <m:t>2</m:t>
                                  </m:r>
                                </m:sub>
                                <m:sup>
                                  <m:r>
                                    <a:rPr lang="ar-AE">
                                      <a:solidFill>
                                        <a:schemeClr val="bg1"/>
                                      </a:solidFill>
                                      <a:latin typeface="Cambria Math" panose="02040503050406030204" pitchFamily="18" charset="0"/>
                                    </a:rPr>
                                    <m:t>2</m:t>
                                  </m:r>
                                </m:sup>
                              </m:sSubSup>
                            </m:num>
                            <m:den>
                              <m:r>
                                <a:rPr lang="ar-AE">
                                  <a:solidFill>
                                    <a:schemeClr val="bg1"/>
                                  </a:solidFill>
                                  <a:latin typeface="Cambria Math" panose="02040503050406030204" pitchFamily="18" charset="0"/>
                                </a:rPr>
                                <m:t>2</m:t>
                              </m:r>
                            </m:den>
                          </m:f>
                        </m:e>
                      </m:d>
                      <m:r>
                        <a:rPr lang="ar-AE">
                          <a:solidFill>
                            <a:schemeClr val="bg1"/>
                          </a:solidFill>
                          <a:latin typeface="Cambria Math" panose="02040503050406030204" pitchFamily="18" charset="0"/>
                        </a:rPr>
                        <m:t>=</m:t>
                      </m:r>
                      <m:d>
                        <m:dPr>
                          <m:ctrlPr>
                            <a:rPr lang="ar-AE" i="1">
                              <a:solidFill>
                                <a:schemeClr val="bg1"/>
                              </a:solidFill>
                              <a:latin typeface="Cambria Math" panose="02040503050406030204" pitchFamily="18" charset="0"/>
                            </a:rPr>
                          </m:ctrlPr>
                        </m:dPr>
                        <m:e>
                          <m:sSub>
                            <m:sSubPr>
                              <m:ctrlPr>
                                <a:rPr lang="ar-AE" i="1">
                                  <a:solidFill>
                                    <a:schemeClr val="bg1"/>
                                  </a:solidFill>
                                  <a:latin typeface="Cambria Math" panose="02040503050406030204" pitchFamily="18" charset="0"/>
                                </a:rPr>
                              </m:ctrlPr>
                            </m:sSubPr>
                            <m:e>
                              <m:r>
                                <a:rPr lang="ar-AE">
                                  <a:solidFill>
                                    <a:schemeClr val="bg1"/>
                                  </a:solidFill>
                                  <a:latin typeface="Cambria Math" panose="02040503050406030204" pitchFamily="18" charset="0"/>
                                </a:rPr>
                                <m:t>𝑝</m:t>
                              </m:r>
                            </m:e>
                            <m:sub>
                              <m:r>
                                <a:rPr lang="ar-AE">
                                  <a:solidFill>
                                    <a:schemeClr val="bg1"/>
                                  </a:solidFill>
                                  <a:latin typeface="Cambria Math" panose="02040503050406030204" pitchFamily="18" charset="0"/>
                                </a:rPr>
                                <m:t>1</m:t>
                              </m:r>
                            </m:sub>
                          </m:sSub>
                          <m:r>
                            <a:rPr lang="ar-AE">
                              <a:solidFill>
                                <a:schemeClr val="bg1"/>
                              </a:solidFill>
                              <a:latin typeface="Cambria Math" panose="02040503050406030204" pitchFamily="18" charset="0"/>
                            </a:rPr>
                            <m:t>+</m:t>
                          </m:r>
                          <m:f>
                            <m:fPr>
                              <m:ctrlPr>
                                <a:rPr lang="ar-AE" i="1">
                                  <a:solidFill>
                                    <a:schemeClr val="bg1"/>
                                  </a:solidFill>
                                  <a:latin typeface="Cambria Math" panose="02040503050406030204" pitchFamily="18" charset="0"/>
                                </a:rPr>
                              </m:ctrlPr>
                            </m:fPr>
                            <m:num>
                              <m:sSubSup>
                                <m:sSubSupPr>
                                  <m:ctrlPr>
                                    <a:rPr lang="ar-AE" i="1">
                                      <a:solidFill>
                                        <a:schemeClr val="bg1"/>
                                      </a:solidFill>
                                      <a:latin typeface="Cambria Math" panose="02040503050406030204" pitchFamily="18" charset="0"/>
                                    </a:rPr>
                                  </m:ctrlPr>
                                </m:sSubSupPr>
                                <m:e>
                                  <m:r>
                                    <a:rPr lang="ar-AE">
                                      <a:solidFill>
                                        <a:schemeClr val="bg1"/>
                                      </a:solidFill>
                                      <a:latin typeface="Cambria Math" panose="02040503050406030204" pitchFamily="18" charset="0"/>
                                    </a:rPr>
                                    <m:t>𝑉</m:t>
                                  </m:r>
                                </m:e>
                                <m:sub>
                                  <m:r>
                                    <a:rPr lang="ar-AE">
                                      <a:solidFill>
                                        <a:schemeClr val="bg1"/>
                                      </a:solidFill>
                                      <a:latin typeface="Cambria Math" panose="02040503050406030204" pitchFamily="18" charset="0"/>
                                    </a:rPr>
                                    <m:t>1</m:t>
                                  </m:r>
                                </m:sub>
                                <m:sup>
                                  <m:r>
                                    <a:rPr lang="ar-AE">
                                      <a:solidFill>
                                        <a:schemeClr val="bg1"/>
                                      </a:solidFill>
                                      <a:latin typeface="Cambria Math" panose="02040503050406030204" pitchFamily="18" charset="0"/>
                                    </a:rPr>
                                    <m:t>2</m:t>
                                  </m:r>
                                </m:sup>
                              </m:sSubSup>
                            </m:num>
                            <m:den>
                              <m:r>
                                <a:rPr lang="ar-AE">
                                  <a:solidFill>
                                    <a:schemeClr val="bg1"/>
                                  </a:solidFill>
                                  <a:latin typeface="Cambria Math" panose="02040503050406030204" pitchFamily="18" charset="0"/>
                                </a:rPr>
                                <m:t>2</m:t>
                              </m:r>
                            </m:den>
                          </m:f>
                        </m:e>
                      </m:d>
                    </m:oMath>
                  </m:oMathPara>
                </a14:m>
                <a:endParaRPr lang="ar-AE" dirty="0">
                  <a:solidFill>
                    <a:schemeClr val="bg1"/>
                  </a:solidFill>
                </a:endParaRPr>
              </a:p>
            </p:txBody>
          </p:sp>
        </mc:Choice>
        <mc:Fallback xmlns="">
          <p:sp>
            <p:nvSpPr>
              <p:cNvPr id="185" name="Formula 5"/>
              <p:cNvSpPr txBox="1">
                <a:spLocks noRot="1" noChangeAspect="1" noMove="1" noResize="1" noEditPoints="1" noAdjustHandles="1" noChangeArrowheads="1" noChangeShapeType="1" noTextEdit="1"/>
              </p:cNvSpPr>
              <p:nvPr/>
            </p:nvSpPr>
            <p:spPr>
              <a:xfrm>
                <a:off x="522514" y="3197215"/>
                <a:ext cx="3125880" cy="661320"/>
              </a:xfrm>
              <a:prstGeom prst="rect">
                <a:avLst/>
              </a:prstGeom>
              <a:blipFill>
                <a:blip r:embed="rId6"/>
                <a:stretch>
                  <a:fillRect b="-275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6" name="Formula 6"/>
              <p:cNvSpPr txBox="1"/>
              <p:nvPr/>
            </p:nvSpPr>
            <p:spPr>
              <a:xfrm>
                <a:off x="3928325" y="3165354"/>
                <a:ext cx="4347926" cy="568440"/>
              </a:xfrm>
              <a:prstGeom prst="rect">
                <a:avLst/>
              </a:prstGeom>
            </p:spPr>
            <p:txBody>
              <a:bodyPr/>
              <a:lstStyle/>
              <a:p>
                <a:pPr/>
                <a14:m>
                  <m:oMathPara xmlns:m="http://schemas.openxmlformats.org/officeDocument/2006/math">
                    <m:oMathParaPr>
                      <m:jc m:val="centerGroup"/>
                    </m:oMathParaPr>
                    <m:oMath xmlns:m="http://schemas.openxmlformats.org/officeDocument/2006/math">
                      <m:r>
                        <a:rPr lang="ar-AE" smtClean="0">
                          <a:solidFill>
                            <a:schemeClr val="bg1"/>
                          </a:solidFill>
                          <a:latin typeface="Cambria Math" panose="02040503050406030204" pitchFamily="18" charset="0"/>
                        </a:rPr>
                        <m:t>𝑝</m:t>
                      </m:r>
                      <m:r>
                        <a:rPr lang="ar-AE" smtClean="0">
                          <a:solidFill>
                            <a:schemeClr val="bg1"/>
                          </a:solidFill>
                          <a:latin typeface="Cambria Math" panose="02040503050406030204" pitchFamily="18" charset="0"/>
                        </a:rPr>
                        <m:t>+</m:t>
                      </m:r>
                      <m:f>
                        <m:fPr>
                          <m:ctrlPr>
                            <a:rPr lang="ar-AE" i="1">
                              <a:solidFill>
                                <a:schemeClr val="bg1"/>
                              </a:solidFill>
                              <a:latin typeface="Cambria Math" panose="02040503050406030204" pitchFamily="18" charset="0"/>
                            </a:rPr>
                          </m:ctrlPr>
                        </m:fPr>
                        <m:num>
                          <m:sSup>
                            <m:sSupPr>
                              <m:ctrlPr>
                                <a:rPr lang="ar-AE" i="1">
                                  <a:solidFill>
                                    <a:schemeClr val="bg1"/>
                                  </a:solidFill>
                                  <a:latin typeface="Cambria Math" panose="02040503050406030204" pitchFamily="18" charset="0"/>
                                </a:rPr>
                              </m:ctrlPr>
                            </m:sSupPr>
                            <m:e>
                              <m:r>
                                <a:rPr lang="ar-AE">
                                  <a:solidFill>
                                    <a:schemeClr val="bg1"/>
                                  </a:solidFill>
                                  <a:latin typeface="Cambria Math" panose="02040503050406030204" pitchFamily="18" charset="0"/>
                                </a:rPr>
                                <m:t>𝜌</m:t>
                              </m:r>
                              <m:r>
                                <a:rPr lang="ar-AE">
                                  <a:solidFill>
                                    <a:schemeClr val="bg1"/>
                                  </a:solidFill>
                                  <a:latin typeface="Cambria Math" panose="02040503050406030204" pitchFamily="18" charset="0"/>
                                </a:rPr>
                                <m:t>𝑉</m:t>
                              </m:r>
                            </m:e>
                            <m:sup>
                              <m:r>
                                <a:rPr lang="ar-AE">
                                  <a:solidFill>
                                    <a:schemeClr val="bg1"/>
                                  </a:solidFill>
                                  <a:latin typeface="Cambria Math" panose="02040503050406030204" pitchFamily="18" charset="0"/>
                                </a:rPr>
                                <m:t>2</m:t>
                              </m:r>
                            </m:sup>
                          </m:sSup>
                        </m:num>
                        <m:den>
                          <m:r>
                            <a:rPr lang="ar-AE">
                              <a:solidFill>
                                <a:schemeClr val="bg1"/>
                              </a:solidFill>
                              <a:latin typeface="Cambria Math" panose="02040503050406030204" pitchFamily="18" charset="0"/>
                            </a:rPr>
                            <m:t>2</m:t>
                          </m:r>
                        </m:den>
                      </m:f>
                      <m:r>
                        <a:rPr lang="ar-AE">
                          <a:solidFill>
                            <a:schemeClr val="bg1"/>
                          </a:solidFill>
                          <a:latin typeface="Cambria Math" panose="02040503050406030204" pitchFamily="18" charset="0"/>
                        </a:rPr>
                        <m:t>=</m:t>
                      </m:r>
                      <m:r>
                        <a:rPr lang="ar-AE">
                          <a:solidFill>
                            <a:schemeClr val="bg1"/>
                          </a:solidFill>
                          <a:latin typeface="Cambria Math" panose="02040503050406030204" pitchFamily="18" charset="0"/>
                        </a:rPr>
                        <m:t>𝑐𝑜𝑛𝑠𝑡𝑎𝑛𝑡𝑎𝑙𝑜𝑛𝑔𝑠𝑡𝑟𝑎𝑚𝑙𝑖𝑛𝑒</m:t>
                      </m:r>
                    </m:oMath>
                  </m:oMathPara>
                </a14:m>
                <a:endParaRPr lang="ar-AE" dirty="0">
                  <a:solidFill>
                    <a:schemeClr val="bg1"/>
                  </a:solidFill>
                </a:endParaRPr>
              </a:p>
            </p:txBody>
          </p:sp>
        </mc:Choice>
        <mc:Fallback xmlns="">
          <p:sp>
            <p:nvSpPr>
              <p:cNvPr id="186" name="Formula 6"/>
              <p:cNvSpPr txBox="1">
                <a:spLocks noRot="1" noChangeAspect="1" noMove="1" noResize="1" noEditPoints="1" noAdjustHandles="1" noChangeArrowheads="1" noChangeShapeType="1" noTextEdit="1"/>
              </p:cNvSpPr>
              <p:nvPr/>
            </p:nvSpPr>
            <p:spPr>
              <a:xfrm>
                <a:off x="3928325" y="3165354"/>
                <a:ext cx="4347926" cy="568440"/>
              </a:xfrm>
              <a:prstGeom prst="rect">
                <a:avLst/>
              </a:prstGeom>
              <a:blipFill>
                <a:blip r:embed="rId7"/>
                <a:stretch>
                  <a:fillRect b="-5376"/>
                </a:stretch>
              </a:blipFill>
            </p:spPr>
            <p:txBody>
              <a:bodyPr/>
              <a:lstStyle/>
              <a:p>
                <a:r>
                  <a:rPr lang="en-IN">
                    <a:noFill/>
                  </a:rPr>
                  <a:t> </a:t>
                </a:r>
              </a:p>
            </p:txBody>
          </p:sp>
        </mc:Fallback>
      </mc:AlternateContent>
      <p:sp>
        <p:nvSpPr>
          <p:cNvPr id="187" name="CustomShape 7"/>
          <p:cNvSpPr/>
          <p:nvPr/>
        </p:nvSpPr>
        <p:spPr>
          <a:xfrm>
            <a:off x="3420000" y="2232000"/>
            <a:ext cx="719640" cy="179640"/>
          </a:xfrm>
          <a:custGeom>
            <a:avLst/>
            <a:gdLst/>
            <a:ahLst/>
            <a:cxnLst/>
            <a:rect l="l" t="t" r="r" b="b"/>
            <a:pathLst>
              <a:path w="2002" h="502">
                <a:moveTo>
                  <a:pt x="0" y="250"/>
                </a:moveTo>
                <a:lnTo>
                  <a:pt x="398" y="0"/>
                </a:lnTo>
                <a:lnTo>
                  <a:pt x="398" y="125"/>
                </a:lnTo>
                <a:lnTo>
                  <a:pt x="1602" y="125"/>
                </a:lnTo>
                <a:lnTo>
                  <a:pt x="1602" y="0"/>
                </a:lnTo>
                <a:lnTo>
                  <a:pt x="2001" y="250"/>
                </a:lnTo>
                <a:lnTo>
                  <a:pt x="1602" y="501"/>
                </a:lnTo>
                <a:lnTo>
                  <a:pt x="1602" y="375"/>
                </a:lnTo>
                <a:lnTo>
                  <a:pt x="398" y="375"/>
                </a:lnTo>
                <a:lnTo>
                  <a:pt x="398" y="501"/>
                </a:lnTo>
                <a:lnTo>
                  <a:pt x="0" y="250"/>
                </a:lnTo>
              </a:path>
            </a:pathLst>
          </a:custGeom>
          <a:solidFill>
            <a:srgbClr val="729FCF"/>
          </a:solidFill>
          <a:ln w="0">
            <a:solidFill>
              <a:srgbClr val="3465A4"/>
            </a:solidFill>
          </a:ln>
        </p:spPr>
        <p:style>
          <a:lnRef idx="0">
            <a:scrgbClr r="0" g="0" b="0"/>
          </a:lnRef>
          <a:fillRef idx="0">
            <a:scrgbClr r="0" g="0" b="0"/>
          </a:fillRef>
          <a:effectRef idx="0">
            <a:scrgbClr r="0" g="0" b="0"/>
          </a:effectRef>
          <a:fontRef idx="minor"/>
        </p:style>
      </p:sp>
      <p:sp>
        <p:nvSpPr>
          <p:cNvPr id="188" name="CustomShape 8"/>
          <p:cNvSpPr/>
          <p:nvPr/>
        </p:nvSpPr>
        <p:spPr>
          <a:xfrm>
            <a:off x="3420360" y="3456360"/>
            <a:ext cx="719640" cy="179640"/>
          </a:xfrm>
          <a:custGeom>
            <a:avLst/>
            <a:gdLst/>
            <a:ahLst/>
            <a:cxnLst/>
            <a:rect l="l" t="t" r="r" b="b"/>
            <a:pathLst>
              <a:path w="2002" h="502">
                <a:moveTo>
                  <a:pt x="0" y="250"/>
                </a:moveTo>
                <a:lnTo>
                  <a:pt x="398" y="0"/>
                </a:lnTo>
                <a:lnTo>
                  <a:pt x="398" y="125"/>
                </a:lnTo>
                <a:lnTo>
                  <a:pt x="1602" y="125"/>
                </a:lnTo>
                <a:lnTo>
                  <a:pt x="1602" y="0"/>
                </a:lnTo>
                <a:lnTo>
                  <a:pt x="2001" y="250"/>
                </a:lnTo>
                <a:lnTo>
                  <a:pt x="1602" y="501"/>
                </a:lnTo>
                <a:lnTo>
                  <a:pt x="1602" y="375"/>
                </a:lnTo>
                <a:lnTo>
                  <a:pt x="398" y="375"/>
                </a:lnTo>
                <a:lnTo>
                  <a:pt x="398" y="501"/>
                </a:lnTo>
                <a:lnTo>
                  <a:pt x="0" y="250"/>
                </a:lnTo>
              </a:path>
            </a:pathLst>
          </a:custGeom>
          <a:solidFill>
            <a:srgbClr val="729FCF"/>
          </a:solidFill>
          <a:ln w="0">
            <a:solidFill>
              <a:srgbClr val="3465A4"/>
            </a:solidFill>
          </a:ln>
        </p:spPr>
        <p:style>
          <a:lnRef idx="0">
            <a:scrgbClr r="0" g="0" b="0"/>
          </a:lnRef>
          <a:fillRef idx="0">
            <a:scrgbClr r="0" g="0" b="0"/>
          </a:fillRef>
          <a:effectRef idx="0">
            <a:scrgbClr r="0" g="0" b="0"/>
          </a:effectRef>
          <a:fontRef idx="minor"/>
        </p:style>
      </p:sp>
      <p:pic>
        <p:nvPicPr>
          <p:cNvPr id="189" name="Picture 2_17"/>
          <p:cNvPicPr/>
          <p:nvPr/>
        </p:nvPicPr>
        <p:blipFill>
          <a:blip r:embed="rId8"/>
          <a:stretch/>
        </p:blipFill>
        <p:spPr>
          <a:xfrm>
            <a:off x="-152280" y="-84240"/>
            <a:ext cx="1083240" cy="846000"/>
          </a:xfrm>
          <a:prstGeom prst="rect">
            <a:avLst/>
          </a:prstGeom>
          <a:ln w="0">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CustomShape 1"/>
          <p:cNvSpPr/>
          <p:nvPr/>
        </p:nvSpPr>
        <p:spPr>
          <a:xfrm>
            <a:off x="324360" y="761760"/>
            <a:ext cx="8495280" cy="5723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Autofit/>
          </a:bodyPr>
          <a:lstStyle/>
          <a:p>
            <a:pPr algn="just">
              <a:lnSpc>
                <a:spcPct val="150000"/>
              </a:lnSpc>
            </a:pPr>
            <a:r>
              <a:rPr lang="en-IN" sz="1800" b="1" u="sng" strike="noStrike" spc="-1" dirty="0">
                <a:solidFill>
                  <a:srgbClr val="FFFFFF"/>
                </a:solidFill>
                <a:uFillTx/>
                <a:latin typeface="Arial"/>
                <a:ea typeface="Microsoft YaHei"/>
              </a:rPr>
              <a:t>Bernoulli's Equation</a:t>
            </a:r>
            <a:r>
              <a:rPr lang="en-IN" sz="1800" strike="noStrike" spc="-1" dirty="0">
                <a:solidFill>
                  <a:srgbClr val="FFFFFF"/>
                </a:solidFill>
                <a:uFillTx/>
                <a:latin typeface="Arial"/>
                <a:ea typeface="Microsoft YaHei"/>
              </a:rPr>
              <a:t>.	</a:t>
            </a:r>
          </a:p>
          <a:p>
            <a:pPr marL="342900" indent="-342900" algn="just">
              <a:lnSpc>
                <a:spcPct val="150000"/>
              </a:lnSpc>
              <a:buFont typeface="+mj-lt"/>
              <a:buAutoNum type="alphaLcParenR" startAt="3"/>
            </a:pPr>
            <a:r>
              <a:rPr lang="en-US" sz="1800" b="0" strike="noStrike" spc="-1" dirty="0">
                <a:solidFill>
                  <a:srgbClr val="FFFFFF"/>
                </a:solidFill>
                <a:latin typeface="Arial"/>
                <a:ea typeface="Microsoft YaHei"/>
              </a:rPr>
              <a:t>For a compressible flow, Eq. 2 must be used, with ρ treated as a variable. Bernoulli's equation must not be used for compressible flow.</a:t>
            </a:r>
          </a:p>
          <a:p>
            <a:pPr marL="342900" indent="-342900" algn="just">
              <a:lnSpc>
                <a:spcPct val="150000"/>
              </a:lnSpc>
              <a:buFont typeface="+mj-lt"/>
              <a:buAutoNum type="alphaLcParenR" startAt="3"/>
            </a:pPr>
            <a:r>
              <a:rPr lang="en-US" sz="1800" b="0" strike="noStrike" spc="-1" dirty="0">
                <a:solidFill>
                  <a:srgbClr val="FFFFFF"/>
                </a:solidFill>
                <a:latin typeface="Arial"/>
                <a:ea typeface="Microsoft YaHei"/>
              </a:rPr>
              <a:t>Remember that </a:t>
            </a:r>
            <a:r>
              <a:rPr lang="en-US" sz="1800" b="0" strike="noStrike" spc="-1" dirty="0" err="1">
                <a:solidFill>
                  <a:srgbClr val="FFFFFF"/>
                </a:solidFill>
                <a:latin typeface="Arial"/>
                <a:ea typeface="Microsoft YaHei"/>
              </a:rPr>
              <a:t>Eqs</a:t>
            </a:r>
            <a:r>
              <a:rPr lang="en-US" sz="1800" b="0" strike="noStrike" spc="-1" dirty="0">
                <a:solidFill>
                  <a:srgbClr val="FFFFFF"/>
                </a:solidFill>
                <a:latin typeface="Arial"/>
                <a:ea typeface="Microsoft YaHei"/>
              </a:rPr>
              <a:t>. 2 and 3 and 4 say that F = ma for a fluid flow. They are essentially Newton's second law applied to fluid dynamics.</a:t>
            </a:r>
          </a:p>
          <a:p>
            <a:pPr algn="just">
              <a:lnSpc>
                <a:spcPct val="150000"/>
              </a:lnSpc>
            </a:pPr>
            <a:r>
              <a:rPr lang="en-IN" sz="1800" b="0" strike="noStrike" spc="-1" dirty="0">
                <a:solidFill>
                  <a:srgbClr val="FFFFFF"/>
                </a:solidFill>
                <a:latin typeface="Arial"/>
                <a:ea typeface="Microsoft YaHei"/>
              </a:rPr>
              <a:t>		</a:t>
            </a:r>
            <a:endParaRPr lang="en-IN" sz="1800" b="0" strike="noStrike" spc="-1" dirty="0">
              <a:solidFill>
                <a:srgbClr val="FFFFFF"/>
              </a:solidFill>
              <a:latin typeface="Arial"/>
            </a:endParaRPr>
          </a:p>
        </p:txBody>
      </p:sp>
      <p:pic>
        <p:nvPicPr>
          <p:cNvPr id="189" name="Picture 2_17"/>
          <p:cNvPicPr/>
          <p:nvPr/>
        </p:nvPicPr>
        <p:blipFill>
          <a:blip r:embed="rId3"/>
          <a:stretch/>
        </p:blipFill>
        <p:spPr>
          <a:xfrm>
            <a:off x="-152280" y="-84240"/>
            <a:ext cx="1083240" cy="846000"/>
          </a:xfrm>
          <a:prstGeom prst="rect">
            <a:avLst/>
          </a:prstGeom>
          <a:ln w="0">
            <a:noFill/>
          </a:ln>
        </p:spPr>
      </p:pic>
    </p:spTree>
    <p:extLst>
      <p:ext uri="{BB962C8B-B14F-4D97-AF65-F5344CB8AC3E}">
        <p14:creationId xmlns:p14="http://schemas.microsoft.com/office/powerpoint/2010/main" val="23736637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CustomShape 1"/>
          <p:cNvSpPr/>
          <p:nvPr/>
        </p:nvSpPr>
        <p:spPr>
          <a:xfrm>
            <a:off x="685800" y="2130480"/>
            <a:ext cx="7771320" cy="1468800"/>
          </a:xfrm>
          <a:prstGeom prst="rect">
            <a:avLst/>
          </a:prstGeom>
          <a:noFill/>
          <a:ln w="0">
            <a:noFill/>
          </a:ln>
        </p:spPr>
        <p:style>
          <a:lnRef idx="0">
            <a:scrgbClr r="0" g="0" b="0"/>
          </a:lnRef>
          <a:fillRef idx="0">
            <a:scrgbClr r="0" g="0" b="0"/>
          </a:fillRef>
          <a:effectRef idx="0">
            <a:scrgbClr r="0" g="0" b="0"/>
          </a:effectRef>
          <a:fontRef idx="minor"/>
        </p:style>
      </p:sp>
      <p:sp>
        <p:nvSpPr>
          <p:cNvPr id="191" name="CustomShape 2"/>
          <p:cNvSpPr/>
          <p:nvPr/>
        </p:nvSpPr>
        <p:spPr>
          <a:xfrm>
            <a:off x="1371600" y="3886200"/>
            <a:ext cx="6399720" cy="1751400"/>
          </a:xfrm>
          <a:prstGeom prst="rect">
            <a:avLst/>
          </a:prstGeom>
          <a:noFill/>
          <a:ln w="0">
            <a:noFill/>
          </a:ln>
        </p:spPr>
        <p:style>
          <a:lnRef idx="0">
            <a:scrgbClr r="0" g="0" b="0"/>
          </a:lnRef>
          <a:fillRef idx="0">
            <a:scrgbClr r="0" g="0" b="0"/>
          </a:fillRef>
          <a:effectRef idx="0">
            <a:scrgbClr r="0" g="0" b="0"/>
          </a:effectRef>
          <a:fontRef idx="minor"/>
        </p:style>
      </p:sp>
      <p:pic>
        <p:nvPicPr>
          <p:cNvPr id="192" name="Picture 2_2" descr="1 (39)"/>
          <p:cNvPicPr/>
          <p:nvPr/>
        </p:nvPicPr>
        <p:blipFill>
          <a:blip r:embed="rId3"/>
          <a:srcRect l="6976" t="6976"/>
          <a:stretch/>
        </p:blipFill>
        <p:spPr>
          <a:xfrm>
            <a:off x="0" y="0"/>
            <a:ext cx="9142920" cy="6856920"/>
          </a:xfrm>
          <a:prstGeom prst="rect">
            <a:avLst/>
          </a:prstGeom>
          <a:ln w="9360">
            <a:noFill/>
          </a:ln>
        </p:spPr>
      </p:pic>
      <p:sp>
        <p:nvSpPr>
          <p:cNvPr id="193" name="CustomShape 3"/>
          <p:cNvSpPr/>
          <p:nvPr/>
        </p:nvSpPr>
        <p:spPr>
          <a:xfrm>
            <a:off x="0" y="5829480"/>
            <a:ext cx="9142920" cy="1027800"/>
          </a:xfrm>
          <a:prstGeom prst="rect">
            <a:avLst/>
          </a:prstGeom>
          <a:noFill/>
          <a:ln w="0">
            <a:noFill/>
          </a:ln>
          <a:effectLst>
            <a:outerShdw dist="28080" dir="5400000">
              <a:srgbClr val="000000">
                <a:alpha val="32000"/>
              </a:srgbClr>
            </a:outerShdw>
          </a:effectLst>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en-US" sz="6600" b="0" strike="noStrike" spc="-1">
                <a:solidFill>
                  <a:srgbClr val="FFFFFF"/>
                </a:solidFill>
                <a:latin typeface="Monotype Corsiva"/>
                <a:ea typeface="DejaVu Sans"/>
              </a:rPr>
              <a:t>Thank You</a:t>
            </a:r>
            <a:endParaRPr lang="en-IN" sz="6600" b="0" strike="noStrike" spc="-1">
              <a:latin typeface="Arial"/>
            </a:endParaRPr>
          </a:p>
        </p:txBody>
      </p:sp>
      <p:pic>
        <p:nvPicPr>
          <p:cNvPr id="194" name="Picture 5_0"/>
          <p:cNvPicPr/>
          <p:nvPr/>
        </p:nvPicPr>
        <p:blipFill>
          <a:blip r:embed="rId4"/>
          <a:srcRect l="59939" r="21136"/>
          <a:stretch/>
        </p:blipFill>
        <p:spPr>
          <a:xfrm rot="207000">
            <a:off x="6812640" y="372960"/>
            <a:ext cx="2297160" cy="1157400"/>
          </a:xfrm>
          <a:prstGeom prst="rect">
            <a:avLst/>
          </a:prstGeom>
          <a:ln w="9360">
            <a:noFill/>
          </a:ln>
        </p:spPr>
      </p:pic>
      <p:pic>
        <p:nvPicPr>
          <p:cNvPr id="195" name="Picture 4_1" descr="\\161.9.45.212\samba\IT Cell\p8i\p-8I.jpg"/>
          <p:cNvPicPr/>
          <p:nvPr/>
        </p:nvPicPr>
        <p:blipFill>
          <a:blip r:embed="rId5"/>
          <a:stretch/>
        </p:blipFill>
        <p:spPr>
          <a:xfrm rot="20415000">
            <a:off x="-163440" y="20880"/>
            <a:ext cx="3070800" cy="1370880"/>
          </a:xfrm>
          <a:prstGeom prst="rect">
            <a:avLst/>
          </a:prstGeom>
          <a:ln w="0">
            <a:noFill/>
          </a:ln>
        </p:spPr>
      </p:pic>
      <p:pic>
        <p:nvPicPr>
          <p:cNvPr id="196" name="Picture 2_3" descr="\\161.9.45.212\samba\IT Cell\niat log.jpg"/>
          <p:cNvPicPr/>
          <p:nvPr/>
        </p:nvPicPr>
        <p:blipFill>
          <a:blip r:embed="rId6"/>
          <a:stretch/>
        </p:blipFill>
        <p:spPr>
          <a:xfrm>
            <a:off x="7620120" y="2823480"/>
            <a:ext cx="1522800" cy="1904040"/>
          </a:xfrm>
          <a:prstGeom prst="rect">
            <a:avLst/>
          </a:prstGeom>
          <a:ln w="0">
            <a:noFill/>
          </a:ln>
        </p:spPr>
      </p:pic>
      <p:pic>
        <p:nvPicPr>
          <p:cNvPr id="197" name="Picture 2_19"/>
          <p:cNvPicPr/>
          <p:nvPr/>
        </p:nvPicPr>
        <p:blipFill>
          <a:blip r:embed="rId7"/>
          <a:stretch/>
        </p:blipFill>
        <p:spPr>
          <a:xfrm>
            <a:off x="259920" y="3024000"/>
            <a:ext cx="1843200" cy="1439640"/>
          </a:xfrm>
          <a:prstGeom prst="rect">
            <a:avLst/>
          </a:prstGeom>
          <a:ln w="0">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24935</TotalTime>
  <Words>2531</Words>
  <Application>Microsoft Office PowerPoint</Application>
  <PresentationFormat>On-screen Show (4:3)</PresentationFormat>
  <Paragraphs>191</Paragraphs>
  <Slides>21</Slides>
  <Notes>21</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21</vt:i4>
      </vt:variant>
    </vt:vector>
  </HeadingPairs>
  <TitlesOfParts>
    <vt:vector size="32" baseType="lpstr">
      <vt:lpstr>Arial</vt:lpstr>
      <vt:lpstr>Cambria Math</vt:lpstr>
      <vt:lpstr>Monotype Corsiva</vt:lpstr>
      <vt:lpstr>Rockwell</vt:lpstr>
      <vt:lpstr>StarSymbol</vt:lpstr>
      <vt:lpstr>Symbol</vt:lpstr>
      <vt:lpstr>Times New Roman</vt:lpstr>
      <vt:lpstr>Wingdings</vt:lpstr>
      <vt:lpstr>Office Theme</vt:lpstr>
      <vt:lpstr>Office Theme</vt:lpstr>
      <vt:lpstr>Office Theme</vt:lpstr>
      <vt:lpstr>Topics covered- Fluid flow (types and approaches), Continuity equation and Bernoulli’s 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NAVAL INSTITUTE OF  AERONAUTICAL TECHNOLOGY</dc:title>
  <dc:subject/>
  <dc:creator>niat-itofficer</dc:creator>
  <dc:description/>
  <cp:lastModifiedBy>Prakash Pujari</cp:lastModifiedBy>
  <cp:revision>2044</cp:revision>
  <dcterms:created xsi:type="dcterms:W3CDTF">2017-07-14T05:21:03Z</dcterms:created>
  <dcterms:modified xsi:type="dcterms:W3CDTF">2020-11-02T03:57:29Z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1</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2</vt:i4>
  </property>
  <property fmtid="{D5CDD505-2E9C-101B-9397-08002B2CF9AE}" pid="7" name="Notes">
    <vt:i4>41</vt:i4>
  </property>
  <property fmtid="{D5CDD505-2E9C-101B-9397-08002B2CF9AE}" pid="8" name="PresentationFormat">
    <vt:lpwstr>On-screen Show (4:3)</vt:lpwstr>
  </property>
  <property fmtid="{D5CDD505-2E9C-101B-9397-08002B2CF9AE}" pid="9" name="ScaleCrop">
    <vt:bool>false</vt:bool>
  </property>
  <property fmtid="{D5CDD505-2E9C-101B-9397-08002B2CF9AE}" pid="10" name="ShareDoc">
    <vt:bool>false</vt:bool>
  </property>
  <property fmtid="{D5CDD505-2E9C-101B-9397-08002B2CF9AE}" pid="11" name="Slides">
    <vt:i4>41</vt:i4>
  </property>
</Properties>
</file>