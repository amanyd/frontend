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9522" r:id="rId1"/>
  </p:sldMasterIdLst>
  <p:notesMasterIdLst>
    <p:notesMasterId r:id="rId24"/>
  </p:notesMasterIdLst>
  <p:handoutMasterIdLst>
    <p:handoutMasterId r:id="rId25"/>
  </p:handoutMasterIdLst>
  <p:sldIdLst>
    <p:sldId id="2841" r:id="rId2"/>
    <p:sldId id="2981" r:id="rId3"/>
    <p:sldId id="2969" r:id="rId4"/>
    <p:sldId id="2970" r:id="rId5"/>
    <p:sldId id="2971" r:id="rId6"/>
    <p:sldId id="2924" r:id="rId7"/>
    <p:sldId id="2957" r:id="rId8"/>
    <p:sldId id="2958" r:id="rId9"/>
    <p:sldId id="2939" r:id="rId10"/>
    <p:sldId id="2927" r:id="rId11"/>
    <p:sldId id="2972" r:id="rId12"/>
    <p:sldId id="2975" r:id="rId13"/>
    <p:sldId id="2976" r:id="rId14"/>
    <p:sldId id="2977" r:id="rId15"/>
    <p:sldId id="2991" r:id="rId16"/>
    <p:sldId id="2978" r:id="rId17"/>
    <p:sldId id="2973" r:id="rId18"/>
    <p:sldId id="2961" r:id="rId19"/>
    <p:sldId id="2960" r:id="rId20"/>
    <p:sldId id="2982" r:id="rId21"/>
    <p:sldId id="2983" r:id="rId22"/>
    <p:sldId id="2869" r:id="rId23"/>
  </p:sldIdLst>
  <p:sldSz cx="9144000" cy="6858000" type="screen4x3"/>
  <p:notesSz cx="7010400" cy="9296400"/>
  <p:defaultTextStyle>
    <a:defPPr>
      <a:defRPr lang="en-US"/>
    </a:defPPr>
    <a:lvl1pPr algn="l" rtl="0" eaLnBrk="0" fontAlgn="base" hangingPunct="0">
      <a:spcBef>
        <a:spcPct val="0"/>
      </a:spcBef>
      <a:spcAft>
        <a:spcPct val="0"/>
      </a:spcAft>
      <a:defRPr kern="1200">
        <a:solidFill>
          <a:schemeClr val="tx1"/>
        </a:solidFill>
        <a:latin typeface="Arial" charset="0"/>
        <a:ea typeface="+mn-ea"/>
        <a:cs typeface="+mn-cs"/>
      </a:defRPr>
    </a:lvl1pPr>
    <a:lvl2pPr marL="457200" algn="l" rtl="0" eaLnBrk="0" fontAlgn="base" hangingPunct="0">
      <a:spcBef>
        <a:spcPct val="0"/>
      </a:spcBef>
      <a:spcAft>
        <a:spcPct val="0"/>
      </a:spcAft>
      <a:defRPr kern="1200">
        <a:solidFill>
          <a:schemeClr val="tx1"/>
        </a:solidFill>
        <a:latin typeface="Arial" charset="0"/>
        <a:ea typeface="+mn-ea"/>
        <a:cs typeface="+mn-cs"/>
      </a:defRPr>
    </a:lvl2pPr>
    <a:lvl3pPr marL="914400" algn="l" rtl="0" eaLnBrk="0" fontAlgn="base" hangingPunct="0">
      <a:spcBef>
        <a:spcPct val="0"/>
      </a:spcBef>
      <a:spcAft>
        <a:spcPct val="0"/>
      </a:spcAft>
      <a:defRPr kern="1200">
        <a:solidFill>
          <a:schemeClr val="tx1"/>
        </a:solidFill>
        <a:latin typeface="Arial" charset="0"/>
        <a:ea typeface="+mn-ea"/>
        <a:cs typeface="+mn-cs"/>
      </a:defRPr>
    </a:lvl3pPr>
    <a:lvl4pPr marL="1371600" algn="l" rtl="0" eaLnBrk="0" fontAlgn="base" hangingPunct="0">
      <a:spcBef>
        <a:spcPct val="0"/>
      </a:spcBef>
      <a:spcAft>
        <a:spcPct val="0"/>
      </a:spcAft>
      <a:defRPr kern="1200">
        <a:solidFill>
          <a:schemeClr val="tx1"/>
        </a:solidFill>
        <a:latin typeface="Arial" charset="0"/>
        <a:ea typeface="+mn-ea"/>
        <a:cs typeface="+mn-cs"/>
      </a:defRPr>
    </a:lvl4pPr>
    <a:lvl5pPr marL="1828800" algn="l" rtl="0" eaLnBrk="0" fontAlgn="base" hangingPunct="0">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nc-niat-aloff2 : Cdr Saju Unnikrishnan" initials="s:CSU" lastIdx="3" clrIdx="0">
    <p:extLst>
      <p:ext uri="{19B8F6BF-5375-455C-9EA6-DF929625EA0E}">
        <p15:presenceInfo xmlns:p15="http://schemas.microsoft.com/office/powerpoint/2012/main" userId="snc-niat-aloff2 : Cdr Saju Unnikrishnan"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D035D"/>
    <a:srgbClr val="800000"/>
    <a:srgbClr val="BFBFBF"/>
    <a:srgbClr val="45ADF8"/>
    <a:srgbClr val="101406"/>
    <a:srgbClr val="077ACC"/>
    <a:srgbClr val="262626"/>
    <a:srgbClr val="C0D8EA"/>
    <a:srgbClr val="011829"/>
    <a:srgbClr val="09416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882" autoAdjust="0"/>
    <p:restoredTop sz="78315" autoAdjust="0"/>
  </p:normalViewPr>
  <p:slideViewPr>
    <p:cSldViewPr>
      <p:cViewPr varScale="1">
        <p:scale>
          <a:sx n="67" d="100"/>
          <a:sy n="67" d="100"/>
        </p:scale>
        <p:origin x="1666" y="91"/>
      </p:cViewPr>
      <p:guideLst>
        <p:guide orient="horz" pos="2160"/>
        <p:guide pos="2880"/>
      </p:guideLst>
    </p:cSldViewPr>
  </p:slideViewPr>
  <p:outlineViewPr>
    <p:cViewPr>
      <p:scale>
        <a:sx n="33" d="100"/>
        <a:sy n="33" d="100"/>
      </p:scale>
      <p:origin x="264" y="34098"/>
    </p:cViewPr>
  </p:outlineViewPr>
  <p:notesTextViewPr>
    <p:cViewPr>
      <p:scale>
        <a:sx n="125" d="100"/>
        <a:sy n="125" d="100"/>
      </p:scale>
      <p:origin x="0" y="0"/>
    </p:cViewPr>
  </p:notesTextViewPr>
  <p:sorterViewPr>
    <p:cViewPr>
      <p:scale>
        <a:sx n="100" d="100"/>
        <a:sy n="100" d="100"/>
      </p:scale>
      <p:origin x="0" y="0"/>
    </p:cViewPr>
  </p:sorterViewPr>
  <p:notesViewPr>
    <p:cSldViewPr>
      <p:cViewPr varScale="1">
        <p:scale>
          <a:sx n="68" d="100"/>
          <a:sy n="68" d="100"/>
        </p:scale>
        <p:origin x="3258" y="78"/>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commentAuthors" Target="commentAuthor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3602" name="Rectangle 2"/>
          <p:cNvSpPr>
            <a:spLocks noGrp="1" noChangeArrowheads="1"/>
          </p:cNvSpPr>
          <p:nvPr>
            <p:ph type="hdr" sz="quarter"/>
          </p:nvPr>
        </p:nvSpPr>
        <p:spPr bwMode="auto">
          <a:xfrm>
            <a:off x="0" y="0"/>
            <a:ext cx="3038475" cy="46513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a:latin typeface="Arial" charset="0"/>
              </a:defRPr>
            </a:lvl1pPr>
          </a:lstStyle>
          <a:p>
            <a:pPr>
              <a:defRPr/>
            </a:pPr>
            <a:endParaRPr lang="en-US"/>
          </a:p>
        </p:txBody>
      </p:sp>
      <p:sp>
        <p:nvSpPr>
          <p:cNvPr id="153603" name="Rectangle 3"/>
          <p:cNvSpPr>
            <a:spLocks noGrp="1" noChangeArrowheads="1"/>
          </p:cNvSpPr>
          <p:nvPr>
            <p:ph type="dt" sz="quarter" idx="1"/>
          </p:nvPr>
        </p:nvSpPr>
        <p:spPr bwMode="auto">
          <a:xfrm>
            <a:off x="3970338" y="0"/>
            <a:ext cx="3038475" cy="46513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a:latin typeface="Arial" charset="0"/>
              </a:defRPr>
            </a:lvl1pPr>
          </a:lstStyle>
          <a:p>
            <a:pPr>
              <a:defRPr/>
            </a:pPr>
            <a:fld id="{D263C4A7-9AF9-42DE-A4BA-ACF0DFE46770}" type="datetime1">
              <a:rPr lang="en-US"/>
              <a:pPr>
                <a:defRPr/>
              </a:pPr>
              <a:t>11/2/2020</a:t>
            </a:fld>
            <a:endParaRPr lang="en-US"/>
          </a:p>
        </p:txBody>
      </p:sp>
      <p:sp>
        <p:nvSpPr>
          <p:cNvPr id="153604" name="Rectangle 4"/>
          <p:cNvSpPr>
            <a:spLocks noGrp="1" noChangeArrowheads="1"/>
          </p:cNvSpPr>
          <p:nvPr>
            <p:ph type="ftr" sz="quarter" idx="2"/>
          </p:nvPr>
        </p:nvSpPr>
        <p:spPr bwMode="auto">
          <a:xfrm>
            <a:off x="0" y="8829675"/>
            <a:ext cx="3038475" cy="465138"/>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a:latin typeface="Arial" charset="0"/>
              </a:defRPr>
            </a:lvl1pPr>
          </a:lstStyle>
          <a:p>
            <a:pPr>
              <a:defRPr/>
            </a:pPr>
            <a:endParaRPr lang="en-US"/>
          </a:p>
        </p:txBody>
      </p:sp>
      <p:sp>
        <p:nvSpPr>
          <p:cNvPr id="153605" name="Rectangle 5"/>
          <p:cNvSpPr>
            <a:spLocks noGrp="1" noChangeArrowheads="1"/>
          </p:cNvSpPr>
          <p:nvPr>
            <p:ph type="sldNum" sz="quarter" idx="3"/>
          </p:nvPr>
        </p:nvSpPr>
        <p:spPr bwMode="auto">
          <a:xfrm>
            <a:off x="3970338" y="8829675"/>
            <a:ext cx="3038475" cy="465138"/>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smtClean="0"/>
            </a:lvl1pPr>
          </a:lstStyle>
          <a:p>
            <a:pPr>
              <a:defRPr/>
            </a:pPr>
            <a:fld id="{CC0FF926-919E-459A-AEE7-AE5DCD4A53CC}" type="slidenum">
              <a:rPr lang="en-US" altLang="en-US"/>
              <a:pPr>
                <a:defRPr/>
              </a:pPr>
              <a:t>‹#›</a:t>
            </a:fld>
            <a:endParaRPr lang="en-US" altLang="en-US"/>
          </a:p>
        </p:txBody>
      </p:sp>
    </p:spTree>
    <p:extLst>
      <p:ext uri="{BB962C8B-B14F-4D97-AF65-F5344CB8AC3E}">
        <p14:creationId xmlns:p14="http://schemas.microsoft.com/office/powerpoint/2010/main" val="437717541"/>
      </p:ext>
    </p:extLst>
  </p:cSld>
  <p:clrMap bg1="lt1" tx1="dk1" bg2="lt2" tx2="dk2" accent1="accent1" accent2="accent2" accent3="accent3" accent4="accent4" accent5="accent5" accent6="accent6" hlink="hlink" folHlink="folHlink"/>
  <p:hf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9154" name="Rectangle 2"/>
          <p:cNvSpPr>
            <a:spLocks noGrp="1" noChangeArrowheads="1"/>
          </p:cNvSpPr>
          <p:nvPr>
            <p:ph type="hdr" sz="quarter"/>
          </p:nvPr>
        </p:nvSpPr>
        <p:spPr bwMode="auto">
          <a:xfrm>
            <a:off x="0" y="0"/>
            <a:ext cx="3038475" cy="46513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a:latin typeface="Arial" charset="0"/>
              </a:defRPr>
            </a:lvl1pPr>
          </a:lstStyle>
          <a:p>
            <a:pPr>
              <a:defRPr/>
            </a:pPr>
            <a:endParaRPr lang="en-US"/>
          </a:p>
        </p:txBody>
      </p:sp>
      <p:sp>
        <p:nvSpPr>
          <p:cNvPr id="49155" name="Rectangle 3"/>
          <p:cNvSpPr>
            <a:spLocks noGrp="1" noChangeArrowheads="1"/>
          </p:cNvSpPr>
          <p:nvPr>
            <p:ph type="dt" idx="1"/>
          </p:nvPr>
        </p:nvSpPr>
        <p:spPr bwMode="auto">
          <a:xfrm>
            <a:off x="3970338" y="0"/>
            <a:ext cx="3038475" cy="46513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a:latin typeface="Arial" charset="0"/>
              </a:defRPr>
            </a:lvl1pPr>
          </a:lstStyle>
          <a:p>
            <a:pPr>
              <a:defRPr/>
            </a:pPr>
            <a:fld id="{171B1FA0-B2F0-4D41-8F1F-B9F3A884F08A}" type="datetime1">
              <a:rPr lang="en-US"/>
              <a:pPr>
                <a:defRPr/>
              </a:pPr>
              <a:t>11/2/2020</a:t>
            </a:fld>
            <a:endParaRPr lang="en-US"/>
          </a:p>
        </p:txBody>
      </p:sp>
      <p:sp>
        <p:nvSpPr>
          <p:cNvPr id="106500" name="Rectangle 4"/>
          <p:cNvSpPr>
            <a:spLocks noGrp="1" noRot="1" noChangeAspect="1" noChangeArrowheads="1" noTextEdit="1"/>
          </p:cNvSpPr>
          <p:nvPr>
            <p:ph type="sldImg" idx="2"/>
          </p:nvPr>
        </p:nvSpPr>
        <p:spPr bwMode="auto">
          <a:xfrm>
            <a:off x="1181100" y="696913"/>
            <a:ext cx="4649788" cy="3486150"/>
          </a:xfrm>
          <a:prstGeom prst="rect">
            <a:avLst/>
          </a:prstGeom>
          <a:noFill/>
          <a:ln w="9525">
            <a:solidFill>
              <a:srgbClr val="000000"/>
            </a:solidFill>
            <a:miter lim="800000"/>
            <a:headEnd/>
            <a:tailEnd/>
          </a:ln>
        </p:spPr>
      </p:sp>
      <p:sp>
        <p:nvSpPr>
          <p:cNvPr id="49157" name="Rectangle 5"/>
          <p:cNvSpPr>
            <a:spLocks noGrp="1" noChangeArrowheads="1"/>
          </p:cNvSpPr>
          <p:nvPr>
            <p:ph type="body" sz="quarter" idx="3"/>
          </p:nvPr>
        </p:nvSpPr>
        <p:spPr bwMode="auto">
          <a:xfrm>
            <a:off x="700088" y="4416425"/>
            <a:ext cx="5610225" cy="418306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9158" name="Rectangle 6"/>
          <p:cNvSpPr>
            <a:spLocks noGrp="1" noChangeArrowheads="1"/>
          </p:cNvSpPr>
          <p:nvPr>
            <p:ph type="ftr" sz="quarter" idx="4"/>
          </p:nvPr>
        </p:nvSpPr>
        <p:spPr bwMode="auto">
          <a:xfrm>
            <a:off x="0" y="8829675"/>
            <a:ext cx="3038475" cy="465138"/>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a:latin typeface="Arial" charset="0"/>
              </a:defRPr>
            </a:lvl1pPr>
          </a:lstStyle>
          <a:p>
            <a:pPr>
              <a:defRPr/>
            </a:pPr>
            <a:endParaRPr lang="en-US"/>
          </a:p>
        </p:txBody>
      </p:sp>
      <p:sp>
        <p:nvSpPr>
          <p:cNvPr id="49159" name="Rectangle 7"/>
          <p:cNvSpPr>
            <a:spLocks noGrp="1" noChangeArrowheads="1"/>
          </p:cNvSpPr>
          <p:nvPr>
            <p:ph type="sldNum" sz="quarter" idx="5"/>
          </p:nvPr>
        </p:nvSpPr>
        <p:spPr bwMode="auto">
          <a:xfrm>
            <a:off x="3970338" y="8829675"/>
            <a:ext cx="3038475" cy="465138"/>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smtClean="0"/>
            </a:lvl1pPr>
          </a:lstStyle>
          <a:p>
            <a:pPr>
              <a:defRPr/>
            </a:pPr>
            <a:fld id="{F4E9F80D-8D67-4506-ACA6-574195915E76}" type="slidenum">
              <a:rPr lang="en-US" altLang="en-US"/>
              <a:pPr>
                <a:defRPr/>
              </a:pPr>
              <a:t>‹#›</a:t>
            </a:fld>
            <a:endParaRPr lang="en-US" altLang="en-US"/>
          </a:p>
        </p:txBody>
      </p:sp>
    </p:spTree>
    <p:extLst>
      <p:ext uri="{BB962C8B-B14F-4D97-AF65-F5344CB8AC3E}">
        <p14:creationId xmlns:p14="http://schemas.microsoft.com/office/powerpoint/2010/main" val="434617235"/>
      </p:ext>
    </p:extLst>
  </p:cSld>
  <p:clrMap bg1="lt1" tx1="dk1" bg2="lt2" tx2="dk2" accent1="accent1" accent2="accent2" accent3="accent3" accent4="accent4" accent5="accent5" accent6="accent6" hlink="hlink" folHlink="folHlink"/>
  <p:hf/>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Header Placeholder 3"/>
          <p:cNvSpPr>
            <a:spLocks noGrp="1"/>
          </p:cNvSpPr>
          <p:nvPr>
            <p:ph type="hdr" sz="quarter" idx="10"/>
          </p:nvPr>
        </p:nvSpPr>
        <p:spPr/>
        <p:txBody>
          <a:bodyPr/>
          <a:lstStyle/>
          <a:p>
            <a:pPr>
              <a:defRPr/>
            </a:pPr>
            <a:endParaRPr lang="en-US" dirty="0"/>
          </a:p>
        </p:txBody>
      </p:sp>
      <p:sp>
        <p:nvSpPr>
          <p:cNvPr id="5" name="Date Placeholder 4"/>
          <p:cNvSpPr>
            <a:spLocks noGrp="1"/>
          </p:cNvSpPr>
          <p:nvPr>
            <p:ph type="dt" idx="11"/>
          </p:nvPr>
        </p:nvSpPr>
        <p:spPr/>
        <p:txBody>
          <a:bodyPr/>
          <a:lstStyle/>
          <a:p>
            <a:pPr>
              <a:defRPr/>
            </a:pPr>
            <a:fld id="{171B1FA0-B2F0-4D41-8F1F-B9F3A884F08A}" type="datetime1">
              <a:rPr lang="en-US" smtClean="0"/>
              <a:t>11/2/2020</a:t>
            </a:fld>
            <a:endParaRPr lang="en-US" dirty="0"/>
          </a:p>
        </p:txBody>
      </p:sp>
      <p:sp>
        <p:nvSpPr>
          <p:cNvPr id="6" name="Footer Placeholder 5"/>
          <p:cNvSpPr>
            <a:spLocks noGrp="1"/>
          </p:cNvSpPr>
          <p:nvPr>
            <p:ph type="ftr" sz="quarter" idx="12"/>
          </p:nvPr>
        </p:nvSpPr>
        <p:spPr/>
        <p:txBody>
          <a:bodyPr/>
          <a:lstStyle/>
          <a:p>
            <a:pPr>
              <a:defRPr/>
            </a:pPr>
            <a:endParaRPr lang="en-US" dirty="0"/>
          </a:p>
        </p:txBody>
      </p:sp>
      <p:sp>
        <p:nvSpPr>
          <p:cNvPr id="7" name="Slide Number Placeholder 6"/>
          <p:cNvSpPr>
            <a:spLocks noGrp="1"/>
          </p:cNvSpPr>
          <p:nvPr>
            <p:ph type="sldNum" sz="quarter" idx="13"/>
          </p:nvPr>
        </p:nvSpPr>
        <p:spPr/>
        <p:txBody>
          <a:bodyPr/>
          <a:lstStyle/>
          <a:p>
            <a:pPr>
              <a:defRPr/>
            </a:pPr>
            <a:fld id="{F4E9F80D-8D67-4506-ACA6-574195915E76}" type="slidenum">
              <a:rPr lang="en-US" altLang="en-US" smtClean="0"/>
              <a:t>1</a:t>
            </a:fld>
            <a:endParaRPr lang="en-US" alt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Header Placeholder 3"/>
          <p:cNvSpPr>
            <a:spLocks noGrp="1"/>
          </p:cNvSpPr>
          <p:nvPr>
            <p:ph type="hdr" sz="quarter" idx="10"/>
          </p:nvPr>
        </p:nvSpPr>
        <p:spPr/>
        <p:txBody>
          <a:bodyPr/>
          <a:lstStyle/>
          <a:p>
            <a:pPr>
              <a:defRPr/>
            </a:pPr>
            <a:endParaRPr lang="en-US"/>
          </a:p>
        </p:txBody>
      </p:sp>
      <p:sp>
        <p:nvSpPr>
          <p:cNvPr id="5" name="Date Placeholder 4"/>
          <p:cNvSpPr>
            <a:spLocks noGrp="1"/>
          </p:cNvSpPr>
          <p:nvPr>
            <p:ph type="dt" idx="11"/>
          </p:nvPr>
        </p:nvSpPr>
        <p:spPr/>
        <p:txBody>
          <a:bodyPr/>
          <a:lstStyle/>
          <a:p>
            <a:pPr>
              <a:defRPr/>
            </a:pPr>
            <a:fld id="{171B1FA0-B2F0-4D41-8F1F-B9F3A884F08A}" type="datetime1">
              <a:rPr lang="en-US" smtClean="0"/>
              <a:pPr>
                <a:defRPr/>
              </a:pPr>
              <a:t>11/2/2020</a:t>
            </a:fld>
            <a:endParaRPr lang="en-US"/>
          </a:p>
        </p:txBody>
      </p:sp>
      <p:sp>
        <p:nvSpPr>
          <p:cNvPr id="6" name="Footer Placeholder 5"/>
          <p:cNvSpPr>
            <a:spLocks noGrp="1"/>
          </p:cNvSpPr>
          <p:nvPr>
            <p:ph type="ftr" sz="quarter" idx="12"/>
          </p:nvPr>
        </p:nvSpPr>
        <p:spPr/>
        <p:txBody>
          <a:bodyPr/>
          <a:lstStyle/>
          <a:p>
            <a:pPr>
              <a:defRPr/>
            </a:pPr>
            <a:endParaRPr lang="en-US"/>
          </a:p>
        </p:txBody>
      </p:sp>
      <p:sp>
        <p:nvSpPr>
          <p:cNvPr id="7" name="Slide Number Placeholder 6"/>
          <p:cNvSpPr>
            <a:spLocks noGrp="1"/>
          </p:cNvSpPr>
          <p:nvPr>
            <p:ph type="sldNum" sz="quarter" idx="13"/>
          </p:nvPr>
        </p:nvSpPr>
        <p:spPr/>
        <p:txBody>
          <a:bodyPr/>
          <a:lstStyle/>
          <a:p>
            <a:pPr>
              <a:defRPr/>
            </a:pPr>
            <a:fld id="{F4E9F80D-8D67-4506-ACA6-574195915E76}" type="slidenum">
              <a:rPr lang="en-US" altLang="en-US" smtClean="0"/>
              <a:pPr>
                <a:defRPr/>
              </a:pPr>
              <a:t>2</a:t>
            </a:fld>
            <a:endParaRPr lang="en-US"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Header Placeholder 3"/>
          <p:cNvSpPr>
            <a:spLocks noGrp="1"/>
          </p:cNvSpPr>
          <p:nvPr>
            <p:ph type="hdr" sz="quarter" idx="10"/>
          </p:nvPr>
        </p:nvSpPr>
        <p:spPr/>
        <p:txBody>
          <a:bodyPr/>
          <a:lstStyle/>
          <a:p>
            <a:pPr>
              <a:defRPr/>
            </a:pPr>
            <a:endParaRPr lang="en-US"/>
          </a:p>
        </p:txBody>
      </p:sp>
      <p:sp>
        <p:nvSpPr>
          <p:cNvPr id="5" name="Date Placeholder 4"/>
          <p:cNvSpPr>
            <a:spLocks noGrp="1"/>
          </p:cNvSpPr>
          <p:nvPr>
            <p:ph type="dt" idx="11"/>
          </p:nvPr>
        </p:nvSpPr>
        <p:spPr/>
        <p:txBody>
          <a:bodyPr/>
          <a:lstStyle/>
          <a:p>
            <a:pPr>
              <a:defRPr/>
            </a:pPr>
            <a:fld id="{171B1FA0-B2F0-4D41-8F1F-B9F3A884F08A}" type="datetime1">
              <a:rPr lang="en-US" smtClean="0"/>
              <a:pPr>
                <a:defRPr/>
              </a:pPr>
              <a:t>11/2/2020</a:t>
            </a:fld>
            <a:endParaRPr lang="en-US"/>
          </a:p>
        </p:txBody>
      </p:sp>
      <p:sp>
        <p:nvSpPr>
          <p:cNvPr id="6" name="Footer Placeholder 5"/>
          <p:cNvSpPr>
            <a:spLocks noGrp="1"/>
          </p:cNvSpPr>
          <p:nvPr>
            <p:ph type="ftr" sz="quarter" idx="12"/>
          </p:nvPr>
        </p:nvSpPr>
        <p:spPr/>
        <p:txBody>
          <a:bodyPr/>
          <a:lstStyle/>
          <a:p>
            <a:pPr>
              <a:defRPr/>
            </a:pPr>
            <a:endParaRPr lang="en-US"/>
          </a:p>
        </p:txBody>
      </p:sp>
      <p:sp>
        <p:nvSpPr>
          <p:cNvPr id="7" name="Slide Number Placeholder 6"/>
          <p:cNvSpPr>
            <a:spLocks noGrp="1"/>
          </p:cNvSpPr>
          <p:nvPr>
            <p:ph type="sldNum" sz="quarter" idx="13"/>
          </p:nvPr>
        </p:nvSpPr>
        <p:spPr/>
        <p:txBody>
          <a:bodyPr/>
          <a:lstStyle/>
          <a:p>
            <a:pPr>
              <a:defRPr/>
            </a:pPr>
            <a:fld id="{F4E9F80D-8D67-4506-ACA6-574195915E76}" type="slidenum">
              <a:rPr lang="en-US" altLang="en-US" smtClean="0"/>
              <a:pPr>
                <a:defRPr/>
              </a:pPr>
              <a:t>3</a:t>
            </a:fld>
            <a:endParaRPr lang="en-US"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baseline="0" dirty="0"/>
          </a:p>
          <a:p>
            <a:endParaRPr lang="en-US" dirty="0"/>
          </a:p>
          <a:p>
            <a:endParaRPr lang="en-US" dirty="0"/>
          </a:p>
        </p:txBody>
      </p:sp>
      <p:sp>
        <p:nvSpPr>
          <p:cNvPr id="4" name="Header Placeholder 3"/>
          <p:cNvSpPr>
            <a:spLocks noGrp="1"/>
          </p:cNvSpPr>
          <p:nvPr>
            <p:ph type="hdr" sz="quarter" idx="10"/>
          </p:nvPr>
        </p:nvSpPr>
        <p:spPr/>
        <p:txBody>
          <a:bodyPr/>
          <a:lstStyle/>
          <a:p>
            <a:pPr>
              <a:defRPr/>
            </a:pPr>
            <a:endParaRPr lang="en-US"/>
          </a:p>
        </p:txBody>
      </p:sp>
      <p:sp>
        <p:nvSpPr>
          <p:cNvPr id="5" name="Date Placeholder 4"/>
          <p:cNvSpPr>
            <a:spLocks noGrp="1"/>
          </p:cNvSpPr>
          <p:nvPr>
            <p:ph type="dt" idx="11"/>
          </p:nvPr>
        </p:nvSpPr>
        <p:spPr/>
        <p:txBody>
          <a:bodyPr/>
          <a:lstStyle/>
          <a:p>
            <a:pPr>
              <a:defRPr/>
            </a:pPr>
            <a:fld id="{171B1FA0-B2F0-4D41-8F1F-B9F3A884F08A}" type="datetime1">
              <a:rPr lang="en-US" smtClean="0"/>
              <a:pPr>
                <a:defRPr/>
              </a:pPr>
              <a:t>11/2/2020</a:t>
            </a:fld>
            <a:endParaRPr lang="en-US"/>
          </a:p>
        </p:txBody>
      </p:sp>
      <p:sp>
        <p:nvSpPr>
          <p:cNvPr id="6" name="Footer Placeholder 5"/>
          <p:cNvSpPr>
            <a:spLocks noGrp="1"/>
          </p:cNvSpPr>
          <p:nvPr>
            <p:ph type="ftr" sz="quarter" idx="12"/>
          </p:nvPr>
        </p:nvSpPr>
        <p:spPr/>
        <p:txBody>
          <a:bodyPr/>
          <a:lstStyle/>
          <a:p>
            <a:pPr>
              <a:defRPr/>
            </a:pPr>
            <a:endParaRPr lang="en-US"/>
          </a:p>
        </p:txBody>
      </p:sp>
      <p:sp>
        <p:nvSpPr>
          <p:cNvPr id="7" name="Slide Number Placeholder 6"/>
          <p:cNvSpPr>
            <a:spLocks noGrp="1"/>
          </p:cNvSpPr>
          <p:nvPr>
            <p:ph type="sldNum" sz="quarter" idx="13"/>
          </p:nvPr>
        </p:nvSpPr>
        <p:spPr/>
        <p:txBody>
          <a:bodyPr/>
          <a:lstStyle/>
          <a:p>
            <a:pPr>
              <a:defRPr/>
            </a:pPr>
            <a:fld id="{F4E9F80D-8D67-4506-ACA6-574195915E76}" type="slidenum">
              <a:rPr lang="en-US" altLang="en-US" smtClean="0"/>
              <a:pPr>
                <a:defRPr/>
              </a:pPr>
              <a:t>4</a:t>
            </a:fld>
            <a:endParaRPr lang="en-US"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a:p>
            <a:endParaRPr lang="en-US" dirty="0"/>
          </a:p>
        </p:txBody>
      </p:sp>
      <p:sp>
        <p:nvSpPr>
          <p:cNvPr id="4" name="Header Placeholder 3"/>
          <p:cNvSpPr>
            <a:spLocks noGrp="1"/>
          </p:cNvSpPr>
          <p:nvPr>
            <p:ph type="hdr" sz="quarter" idx="10"/>
          </p:nvPr>
        </p:nvSpPr>
        <p:spPr/>
        <p:txBody>
          <a:bodyPr/>
          <a:lstStyle/>
          <a:p>
            <a:pPr>
              <a:defRPr/>
            </a:pPr>
            <a:endParaRPr lang="en-US"/>
          </a:p>
        </p:txBody>
      </p:sp>
      <p:sp>
        <p:nvSpPr>
          <p:cNvPr id="5" name="Date Placeholder 4"/>
          <p:cNvSpPr>
            <a:spLocks noGrp="1"/>
          </p:cNvSpPr>
          <p:nvPr>
            <p:ph type="dt" idx="11"/>
          </p:nvPr>
        </p:nvSpPr>
        <p:spPr/>
        <p:txBody>
          <a:bodyPr/>
          <a:lstStyle/>
          <a:p>
            <a:pPr>
              <a:defRPr/>
            </a:pPr>
            <a:fld id="{171B1FA0-B2F0-4D41-8F1F-B9F3A884F08A}" type="datetime1">
              <a:rPr lang="en-US" smtClean="0"/>
              <a:pPr>
                <a:defRPr/>
              </a:pPr>
              <a:t>11/2/2020</a:t>
            </a:fld>
            <a:endParaRPr lang="en-US"/>
          </a:p>
        </p:txBody>
      </p:sp>
      <p:sp>
        <p:nvSpPr>
          <p:cNvPr id="6" name="Footer Placeholder 5"/>
          <p:cNvSpPr>
            <a:spLocks noGrp="1"/>
          </p:cNvSpPr>
          <p:nvPr>
            <p:ph type="ftr" sz="quarter" idx="12"/>
          </p:nvPr>
        </p:nvSpPr>
        <p:spPr/>
        <p:txBody>
          <a:bodyPr/>
          <a:lstStyle/>
          <a:p>
            <a:pPr>
              <a:defRPr/>
            </a:pPr>
            <a:endParaRPr lang="en-US"/>
          </a:p>
        </p:txBody>
      </p:sp>
      <p:sp>
        <p:nvSpPr>
          <p:cNvPr id="7" name="Slide Number Placeholder 6"/>
          <p:cNvSpPr>
            <a:spLocks noGrp="1"/>
          </p:cNvSpPr>
          <p:nvPr>
            <p:ph type="sldNum" sz="quarter" idx="13"/>
          </p:nvPr>
        </p:nvSpPr>
        <p:spPr/>
        <p:txBody>
          <a:bodyPr/>
          <a:lstStyle/>
          <a:p>
            <a:pPr>
              <a:defRPr/>
            </a:pPr>
            <a:fld id="{F4E9F80D-8D67-4506-ACA6-574195915E76}" type="slidenum">
              <a:rPr lang="en-US" altLang="en-US" smtClean="0"/>
              <a:pPr>
                <a:defRPr/>
              </a:pPr>
              <a:t>5</a:t>
            </a:fld>
            <a:endParaRPr lang="en-US"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Header Placeholder 3"/>
          <p:cNvSpPr>
            <a:spLocks noGrp="1"/>
          </p:cNvSpPr>
          <p:nvPr>
            <p:ph type="hdr" sz="quarter" idx="10"/>
          </p:nvPr>
        </p:nvSpPr>
        <p:spPr/>
        <p:txBody>
          <a:bodyPr/>
          <a:lstStyle/>
          <a:p>
            <a:pPr>
              <a:defRPr/>
            </a:pPr>
            <a:endParaRPr lang="en-US"/>
          </a:p>
        </p:txBody>
      </p:sp>
      <p:sp>
        <p:nvSpPr>
          <p:cNvPr id="5" name="Date Placeholder 4"/>
          <p:cNvSpPr>
            <a:spLocks noGrp="1"/>
          </p:cNvSpPr>
          <p:nvPr>
            <p:ph type="dt" idx="11"/>
          </p:nvPr>
        </p:nvSpPr>
        <p:spPr/>
        <p:txBody>
          <a:bodyPr/>
          <a:lstStyle/>
          <a:p>
            <a:pPr>
              <a:defRPr/>
            </a:pPr>
            <a:fld id="{171B1FA0-B2F0-4D41-8F1F-B9F3A884F08A}" type="datetime1">
              <a:rPr lang="en-US" smtClean="0"/>
              <a:pPr>
                <a:defRPr/>
              </a:pPr>
              <a:t>11/2/2020</a:t>
            </a:fld>
            <a:endParaRPr lang="en-US"/>
          </a:p>
        </p:txBody>
      </p:sp>
      <p:sp>
        <p:nvSpPr>
          <p:cNvPr id="6" name="Footer Placeholder 5"/>
          <p:cNvSpPr>
            <a:spLocks noGrp="1"/>
          </p:cNvSpPr>
          <p:nvPr>
            <p:ph type="ftr" sz="quarter" idx="12"/>
          </p:nvPr>
        </p:nvSpPr>
        <p:spPr/>
        <p:txBody>
          <a:bodyPr/>
          <a:lstStyle/>
          <a:p>
            <a:pPr>
              <a:defRPr/>
            </a:pPr>
            <a:endParaRPr lang="en-US"/>
          </a:p>
        </p:txBody>
      </p:sp>
      <p:sp>
        <p:nvSpPr>
          <p:cNvPr id="7" name="Slide Number Placeholder 6"/>
          <p:cNvSpPr>
            <a:spLocks noGrp="1"/>
          </p:cNvSpPr>
          <p:nvPr>
            <p:ph type="sldNum" sz="quarter" idx="13"/>
          </p:nvPr>
        </p:nvSpPr>
        <p:spPr/>
        <p:txBody>
          <a:bodyPr/>
          <a:lstStyle/>
          <a:p>
            <a:pPr>
              <a:defRPr/>
            </a:pPr>
            <a:fld id="{F4E9F80D-8D67-4506-ACA6-574195915E76}" type="slidenum">
              <a:rPr lang="en-US" altLang="en-US" smtClean="0"/>
              <a:pPr>
                <a:defRPr/>
              </a:pPr>
              <a:t>6</a:t>
            </a:fld>
            <a:endParaRPr lang="en-US"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sz="1200" b="0" i="0" kern="1200" dirty="0">
              <a:solidFill>
                <a:schemeClr val="tx1"/>
              </a:solidFill>
              <a:latin typeface="Arial" charset="0"/>
              <a:ea typeface="+mn-ea"/>
              <a:cs typeface="+mn-cs"/>
            </a:endParaRPr>
          </a:p>
        </p:txBody>
      </p:sp>
      <p:sp>
        <p:nvSpPr>
          <p:cNvPr id="4" name="Header Placeholder 3"/>
          <p:cNvSpPr>
            <a:spLocks noGrp="1"/>
          </p:cNvSpPr>
          <p:nvPr>
            <p:ph type="hdr" sz="quarter" idx="10"/>
          </p:nvPr>
        </p:nvSpPr>
        <p:spPr/>
        <p:txBody>
          <a:bodyPr/>
          <a:lstStyle/>
          <a:p>
            <a:pPr>
              <a:defRPr/>
            </a:pPr>
            <a:endParaRPr lang="en-US"/>
          </a:p>
        </p:txBody>
      </p:sp>
      <p:sp>
        <p:nvSpPr>
          <p:cNvPr id="5" name="Date Placeholder 4"/>
          <p:cNvSpPr>
            <a:spLocks noGrp="1"/>
          </p:cNvSpPr>
          <p:nvPr>
            <p:ph type="dt" idx="11"/>
          </p:nvPr>
        </p:nvSpPr>
        <p:spPr/>
        <p:txBody>
          <a:bodyPr/>
          <a:lstStyle/>
          <a:p>
            <a:pPr>
              <a:defRPr/>
            </a:pPr>
            <a:fld id="{171B1FA0-B2F0-4D41-8F1F-B9F3A884F08A}" type="datetime1">
              <a:rPr lang="en-US" smtClean="0"/>
              <a:pPr>
                <a:defRPr/>
              </a:pPr>
              <a:t>11/2/2020</a:t>
            </a:fld>
            <a:endParaRPr lang="en-US"/>
          </a:p>
        </p:txBody>
      </p:sp>
      <p:sp>
        <p:nvSpPr>
          <p:cNvPr id="6" name="Footer Placeholder 5"/>
          <p:cNvSpPr>
            <a:spLocks noGrp="1"/>
          </p:cNvSpPr>
          <p:nvPr>
            <p:ph type="ftr" sz="quarter" idx="12"/>
          </p:nvPr>
        </p:nvSpPr>
        <p:spPr/>
        <p:txBody>
          <a:bodyPr/>
          <a:lstStyle/>
          <a:p>
            <a:pPr>
              <a:defRPr/>
            </a:pPr>
            <a:endParaRPr lang="en-US"/>
          </a:p>
        </p:txBody>
      </p:sp>
      <p:sp>
        <p:nvSpPr>
          <p:cNvPr id="7" name="Slide Number Placeholder 6"/>
          <p:cNvSpPr>
            <a:spLocks noGrp="1"/>
          </p:cNvSpPr>
          <p:nvPr>
            <p:ph type="sldNum" sz="quarter" idx="13"/>
          </p:nvPr>
        </p:nvSpPr>
        <p:spPr/>
        <p:txBody>
          <a:bodyPr/>
          <a:lstStyle/>
          <a:p>
            <a:pPr>
              <a:defRPr/>
            </a:pPr>
            <a:fld id="{F4E9F80D-8D67-4506-ACA6-574195915E76}" type="slidenum">
              <a:rPr lang="en-US" altLang="en-US" smtClean="0"/>
              <a:pPr>
                <a:defRPr/>
              </a:pPr>
              <a:t>7</a:t>
            </a:fld>
            <a:endParaRPr lang="en-US"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Header Placeholder 3"/>
          <p:cNvSpPr>
            <a:spLocks noGrp="1"/>
          </p:cNvSpPr>
          <p:nvPr>
            <p:ph type="hdr" sz="quarter" idx="10"/>
          </p:nvPr>
        </p:nvSpPr>
        <p:spPr/>
        <p:txBody>
          <a:bodyPr/>
          <a:lstStyle/>
          <a:p>
            <a:pPr>
              <a:defRPr/>
            </a:pPr>
            <a:endParaRPr lang="en-US"/>
          </a:p>
        </p:txBody>
      </p:sp>
      <p:sp>
        <p:nvSpPr>
          <p:cNvPr id="5" name="Date Placeholder 4"/>
          <p:cNvSpPr>
            <a:spLocks noGrp="1"/>
          </p:cNvSpPr>
          <p:nvPr>
            <p:ph type="dt" idx="11"/>
          </p:nvPr>
        </p:nvSpPr>
        <p:spPr/>
        <p:txBody>
          <a:bodyPr/>
          <a:lstStyle/>
          <a:p>
            <a:pPr>
              <a:defRPr/>
            </a:pPr>
            <a:fld id="{171B1FA0-B2F0-4D41-8F1F-B9F3A884F08A}" type="datetime1">
              <a:rPr lang="en-US" smtClean="0"/>
              <a:pPr>
                <a:defRPr/>
              </a:pPr>
              <a:t>11/2/2020</a:t>
            </a:fld>
            <a:endParaRPr lang="en-US"/>
          </a:p>
        </p:txBody>
      </p:sp>
      <p:sp>
        <p:nvSpPr>
          <p:cNvPr id="6" name="Footer Placeholder 5"/>
          <p:cNvSpPr>
            <a:spLocks noGrp="1"/>
          </p:cNvSpPr>
          <p:nvPr>
            <p:ph type="ftr" sz="quarter" idx="12"/>
          </p:nvPr>
        </p:nvSpPr>
        <p:spPr/>
        <p:txBody>
          <a:bodyPr/>
          <a:lstStyle/>
          <a:p>
            <a:pPr>
              <a:defRPr/>
            </a:pPr>
            <a:endParaRPr lang="en-US"/>
          </a:p>
        </p:txBody>
      </p:sp>
      <p:sp>
        <p:nvSpPr>
          <p:cNvPr id="7" name="Slide Number Placeholder 6"/>
          <p:cNvSpPr>
            <a:spLocks noGrp="1"/>
          </p:cNvSpPr>
          <p:nvPr>
            <p:ph type="sldNum" sz="quarter" idx="13"/>
          </p:nvPr>
        </p:nvSpPr>
        <p:spPr/>
        <p:txBody>
          <a:bodyPr/>
          <a:lstStyle/>
          <a:p>
            <a:pPr>
              <a:defRPr/>
            </a:pPr>
            <a:fld id="{F4E9F80D-8D67-4506-ACA6-574195915E76}" type="slidenum">
              <a:rPr lang="en-US" altLang="en-US" smtClean="0"/>
              <a:pPr>
                <a:defRPr/>
              </a:pPr>
              <a:t>8</a:t>
            </a:fld>
            <a:endParaRPr lang="en-US"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Header Placeholder 3"/>
          <p:cNvSpPr>
            <a:spLocks noGrp="1"/>
          </p:cNvSpPr>
          <p:nvPr>
            <p:ph type="hdr" sz="quarter" idx="10"/>
          </p:nvPr>
        </p:nvSpPr>
        <p:spPr/>
        <p:txBody>
          <a:bodyPr/>
          <a:lstStyle/>
          <a:p>
            <a:pPr>
              <a:defRPr/>
            </a:pPr>
            <a:endParaRPr lang="en-US"/>
          </a:p>
        </p:txBody>
      </p:sp>
      <p:sp>
        <p:nvSpPr>
          <p:cNvPr id="5" name="Date Placeholder 4"/>
          <p:cNvSpPr>
            <a:spLocks noGrp="1"/>
          </p:cNvSpPr>
          <p:nvPr>
            <p:ph type="dt" idx="11"/>
          </p:nvPr>
        </p:nvSpPr>
        <p:spPr/>
        <p:txBody>
          <a:bodyPr/>
          <a:lstStyle/>
          <a:p>
            <a:pPr>
              <a:defRPr/>
            </a:pPr>
            <a:fld id="{171B1FA0-B2F0-4D41-8F1F-B9F3A884F08A}" type="datetime1">
              <a:rPr lang="en-US" smtClean="0"/>
              <a:pPr>
                <a:defRPr/>
              </a:pPr>
              <a:t>11/2/2020</a:t>
            </a:fld>
            <a:endParaRPr lang="en-US"/>
          </a:p>
        </p:txBody>
      </p:sp>
      <p:sp>
        <p:nvSpPr>
          <p:cNvPr id="6" name="Footer Placeholder 5"/>
          <p:cNvSpPr>
            <a:spLocks noGrp="1"/>
          </p:cNvSpPr>
          <p:nvPr>
            <p:ph type="ftr" sz="quarter" idx="12"/>
          </p:nvPr>
        </p:nvSpPr>
        <p:spPr/>
        <p:txBody>
          <a:bodyPr/>
          <a:lstStyle/>
          <a:p>
            <a:pPr>
              <a:defRPr/>
            </a:pPr>
            <a:endParaRPr lang="en-US"/>
          </a:p>
        </p:txBody>
      </p:sp>
      <p:sp>
        <p:nvSpPr>
          <p:cNvPr id="7" name="Slide Number Placeholder 6"/>
          <p:cNvSpPr>
            <a:spLocks noGrp="1"/>
          </p:cNvSpPr>
          <p:nvPr>
            <p:ph type="sldNum" sz="quarter" idx="13"/>
          </p:nvPr>
        </p:nvSpPr>
        <p:spPr/>
        <p:txBody>
          <a:bodyPr/>
          <a:lstStyle/>
          <a:p>
            <a:pPr>
              <a:defRPr/>
            </a:pPr>
            <a:fld id="{F4E9F80D-8D67-4506-ACA6-574195915E76}" type="slidenum">
              <a:rPr lang="en-US" altLang="en-US" smtClean="0"/>
              <a:pPr>
                <a:defRPr/>
              </a:pPr>
              <a:t>9</a:t>
            </a:fld>
            <a:endParaRPr lang="en-US"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Header Placeholder 3"/>
          <p:cNvSpPr>
            <a:spLocks noGrp="1"/>
          </p:cNvSpPr>
          <p:nvPr>
            <p:ph type="hdr" sz="quarter" idx="10"/>
          </p:nvPr>
        </p:nvSpPr>
        <p:spPr/>
        <p:txBody>
          <a:bodyPr/>
          <a:lstStyle/>
          <a:p>
            <a:pPr>
              <a:defRPr/>
            </a:pPr>
            <a:endParaRPr lang="en-US"/>
          </a:p>
        </p:txBody>
      </p:sp>
      <p:sp>
        <p:nvSpPr>
          <p:cNvPr id="5" name="Date Placeholder 4"/>
          <p:cNvSpPr>
            <a:spLocks noGrp="1"/>
          </p:cNvSpPr>
          <p:nvPr>
            <p:ph type="dt" idx="11"/>
          </p:nvPr>
        </p:nvSpPr>
        <p:spPr/>
        <p:txBody>
          <a:bodyPr/>
          <a:lstStyle/>
          <a:p>
            <a:pPr>
              <a:defRPr/>
            </a:pPr>
            <a:fld id="{171B1FA0-B2F0-4D41-8F1F-B9F3A884F08A}" type="datetime1">
              <a:rPr lang="en-US" smtClean="0"/>
              <a:pPr>
                <a:defRPr/>
              </a:pPr>
              <a:t>11/2/2020</a:t>
            </a:fld>
            <a:endParaRPr lang="en-US"/>
          </a:p>
        </p:txBody>
      </p:sp>
      <p:sp>
        <p:nvSpPr>
          <p:cNvPr id="6" name="Footer Placeholder 5"/>
          <p:cNvSpPr>
            <a:spLocks noGrp="1"/>
          </p:cNvSpPr>
          <p:nvPr>
            <p:ph type="ftr" sz="quarter" idx="12"/>
          </p:nvPr>
        </p:nvSpPr>
        <p:spPr/>
        <p:txBody>
          <a:bodyPr/>
          <a:lstStyle/>
          <a:p>
            <a:pPr>
              <a:defRPr/>
            </a:pPr>
            <a:endParaRPr lang="en-US"/>
          </a:p>
        </p:txBody>
      </p:sp>
      <p:sp>
        <p:nvSpPr>
          <p:cNvPr id="7" name="Slide Number Placeholder 6"/>
          <p:cNvSpPr>
            <a:spLocks noGrp="1"/>
          </p:cNvSpPr>
          <p:nvPr>
            <p:ph type="sldNum" sz="quarter" idx="13"/>
          </p:nvPr>
        </p:nvSpPr>
        <p:spPr/>
        <p:txBody>
          <a:bodyPr/>
          <a:lstStyle/>
          <a:p>
            <a:pPr>
              <a:defRPr/>
            </a:pPr>
            <a:fld id="{F4E9F80D-8D67-4506-ACA6-574195915E76}" type="slidenum">
              <a:rPr lang="en-US" altLang="en-US" smtClean="0"/>
              <a:pPr>
                <a:defRPr/>
              </a:pPr>
              <a:t>10</a:t>
            </a:fld>
            <a:endParaRPr lang="en-US"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Header Placeholder 3"/>
          <p:cNvSpPr>
            <a:spLocks noGrp="1"/>
          </p:cNvSpPr>
          <p:nvPr>
            <p:ph type="hdr" sz="quarter" idx="10"/>
          </p:nvPr>
        </p:nvSpPr>
        <p:spPr/>
        <p:txBody>
          <a:bodyPr/>
          <a:lstStyle/>
          <a:p>
            <a:pPr>
              <a:defRPr/>
            </a:pPr>
            <a:endParaRPr lang="en-US"/>
          </a:p>
        </p:txBody>
      </p:sp>
      <p:sp>
        <p:nvSpPr>
          <p:cNvPr id="5" name="Date Placeholder 4"/>
          <p:cNvSpPr>
            <a:spLocks noGrp="1"/>
          </p:cNvSpPr>
          <p:nvPr>
            <p:ph type="dt" idx="11"/>
          </p:nvPr>
        </p:nvSpPr>
        <p:spPr/>
        <p:txBody>
          <a:bodyPr/>
          <a:lstStyle/>
          <a:p>
            <a:pPr>
              <a:defRPr/>
            </a:pPr>
            <a:fld id="{171B1FA0-B2F0-4D41-8F1F-B9F3A884F08A}" type="datetime1">
              <a:rPr lang="en-US" smtClean="0"/>
              <a:pPr>
                <a:defRPr/>
              </a:pPr>
              <a:t>11/2/2020</a:t>
            </a:fld>
            <a:endParaRPr lang="en-US"/>
          </a:p>
        </p:txBody>
      </p:sp>
      <p:sp>
        <p:nvSpPr>
          <p:cNvPr id="6" name="Footer Placeholder 5"/>
          <p:cNvSpPr>
            <a:spLocks noGrp="1"/>
          </p:cNvSpPr>
          <p:nvPr>
            <p:ph type="ftr" sz="quarter" idx="12"/>
          </p:nvPr>
        </p:nvSpPr>
        <p:spPr/>
        <p:txBody>
          <a:bodyPr/>
          <a:lstStyle/>
          <a:p>
            <a:pPr>
              <a:defRPr/>
            </a:pPr>
            <a:endParaRPr lang="en-US"/>
          </a:p>
        </p:txBody>
      </p:sp>
      <p:sp>
        <p:nvSpPr>
          <p:cNvPr id="7" name="Slide Number Placeholder 6"/>
          <p:cNvSpPr>
            <a:spLocks noGrp="1"/>
          </p:cNvSpPr>
          <p:nvPr>
            <p:ph type="sldNum" sz="quarter" idx="13"/>
          </p:nvPr>
        </p:nvSpPr>
        <p:spPr/>
        <p:txBody>
          <a:bodyPr/>
          <a:lstStyle/>
          <a:p>
            <a:pPr>
              <a:defRPr/>
            </a:pPr>
            <a:fld id="{F4E9F80D-8D67-4506-ACA6-574195915E76}" type="slidenum">
              <a:rPr lang="en-US" altLang="en-US" smtClean="0"/>
              <a:pPr>
                <a:defRPr/>
              </a:pPr>
              <a:t>11</a:t>
            </a:fld>
            <a:endParaRPr lang="en-US"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Header Placeholder 3"/>
          <p:cNvSpPr>
            <a:spLocks noGrp="1"/>
          </p:cNvSpPr>
          <p:nvPr>
            <p:ph type="hdr" sz="quarter" idx="10"/>
          </p:nvPr>
        </p:nvSpPr>
        <p:spPr/>
        <p:txBody>
          <a:bodyPr/>
          <a:lstStyle/>
          <a:p>
            <a:pPr>
              <a:defRPr/>
            </a:pPr>
            <a:endParaRPr lang="en-US"/>
          </a:p>
        </p:txBody>
      </p:sp>
      <p:sp>
        <p:nvSpPr>
          <p:cNvPr id="5" name="Date Placeholder 4"/>
          <p:cNvSpPr>
            <a:spLocks noGrp="1"/>
          </p:cNvSpPr>
          <p:nvPr>
            <p:ph type="dt" idx="11"/>
          </p:nvPr>
        </p:nvSpPr>
        <p:spPr/>
        <p:txBody>
          <a:bodyPr/>
          <a:lstStyle/>
          <a:p>
            <a:pPr>
              <a:defRPr/>
            </a:pPr>
            <a:fld id="{171B1FA0-B2F0-4D41-8F1F-B9F3A884F08A}" type="datetime1">
              <a:rPr lang="en-US" smtClean="0"/>
              <a:pPr>
                <a:defRPr/>
              </a:pPr>
              <a:t>11/2/2020</a:t>
            </a:fld>
            <a:endParaRPr lang="en-US"/>
          </a:p>
        </p:txBody>
      </p:sp>
      <p:sp>
        <p:nvSpPr>
          <p:cNvPr id="6" name="Footer Placeholder 5"/>
          <p:cNvSpPr>
            <a:spLocks noGrp="1"/>
          </p:cNvSpPr>
          <p:nvPr>
            <p:ph type="ftr" sz="quarter" idx="12"/>
          </p:nvPr>
        </p:nvSpPr>
        <p:spPr/>
        <p:txBody>
          <a:bodyPr/>
          <a:lstStyle/>
          <a:p>
            <a:pPr>
              <a:defRPr/>
            </a:pPr>
            <a:endParaRPr lang="en-US"/>
          </a:p>
        </p:txBody>
      </p:sp>
      <p:sp>
        <p:nvSpPr>
          <p:cNvPr id="7" name="Slide Number Placeholder 6"/>
          <p:cNvSpPr>
            <a:spLocks noGrp="1"/>
          </p:cNvSpPr>
          <p:nvPr>
            <p:ph type="sldNum" sz="quarter" idx="13"/>
          </p:nvPr>
        </p:nvSpPr>
        <p:spPr/>
        <p:txBody>
          <a:bodyPr/>
          <a:lstStyle/>
          <a:p>
            <a:pPr>
              <a:defRPr/>
            </a:pPr>
            <a:fld id="{F4E9F80D-8D67-4506-ACA6-574195915E76}" type="slidenum">
              <a:rPr lang="en-US" altLang="en-US" smtClean="0"/>
              <a:pPr>
                <a:defRPr/>
              </a:pPr>
              <a:t>12</a:t>
            </a:fld>
            <a:endParaRPr lang="en-US"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Header Placeholder 3"/>
          <p:cNvSpPr>
            <a:spLocks noGrp="1"/>
          </p:cNvSpPr>
          <p:nvPr>
            <p:ph type="hdr" sz="quarter" idx="10"/>
          </p:nvPr>
        </p:nvSpPr>
        <p:spPr/>
        <p:txBody>
          <a:bodyPr/>
          <a:lstStyle/>
          <a:p>
            <a:pPr>
              <a:defRPr/>
            </a:pPr>
            <a:endParaRPr lang="en-US"/>
          </a:p>
        </p:txBody>
      </p:sp>
      <p:sp>
        <p:nvSpPr>
          <p:cNvPr id="5" name="Date Placeholder 4"/>
          <p:cNvSpPr>
            <a:spLocks noGrp="1"/>
          </p:cNvSpPr>
          <p:nvPr>
            <p:ph type="dt" idx="11"/>
          </p:nvPr>
        </p:nvSpPr>
        <p:spPr/>
        <p:txBody>
          <a:bodyPr/>
          <a:lstStyle/>
          <a:p>
            <a:pPr>
              <a:defRPr/>
            </a:pPr>
            <a:fld id="{171B1FA0-B2F0-4D41-8F1F-B9F3A884F08A}" type="datetime1">
              <a:rPr lang="en-US" smtClean="0"/>
              <a:pPr>
                <a:defRPr/>
              </a:pPr>
              <a:t>11/2/2020</a:t>
            </a:fld>
            <a:endParaRPr lang="en-US"/>
          </a:p>
        </p:txBody>
      </p:sp>
      <p:sp>
        <p:nvSpPr>
          <p:cNvPr id="6" name="Footer Placeholder 5"/>
          <p:cNvSpPr>
            <a:spLocks noGrp="1"/>
          </p:cNvSpPr>
          <p:nvPr>
            <p:ph type="ftr" sz="quarter" idx="12"/>
          </p:nvPr>
        </p:nvSpPr>
        <p:spPr/>
        <p:txBody>
          <a:bodyPr/>
          <a:lstStyle/>
          <a:p>
            <a:pPr>
              <a:defRPr/>
            </a:pPr>
            <a:endParaRPr lang="en-US"/>
          </a:p>
        </p:txBody>
      </p:sp>
      <p:sp>
        <p:nvSpPr>
          <p:cNvPr id="7" name="Slide Number Placeholder 6"/>
          <p:cNvSpPr>
            <a:spLocks noGrp="1"/>
          </p:cNvSpPr>
          <p:nvPr>
            <p:ph type="sldNum" sz="quarter" idx="13"/>
          </p:nvPr>
        </p:nvSpPr>
        <p:spPr/>
        <p:txBody>
          <a:bodyPr/>
          <a:lstStyle/>
          <a:p>
            <a:pPr>
              <a:defRPr/>
            </a:pPr>
            <a:fld id="{F4E9F80D-8D67-4506-ACA6-574195915E76}" type="slidenum">
              <a:rPr lang="en-US" altLang="en-US" smtClean="0"/>
              <a:pPr>
                <a:defRPr/>
              </a:pPr>
              <a:t>13</a:t>
            </a:fld>
            <a:endParaRPr lang="en-US"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dirty="0"/>
              <a:t>. The in-flight spoilers are small and designed to reduce the lifting capability of the wing just enough to allow the aircraft to descend quicker without gaining airspeed. Although the flaps can also perform this function, the spoiler is intended to be used temporarily, while the flaps are typically used for longer durations such as during the approach and landing. The ground spoilers  typically deploy automatically on landing and are much larger than their in-flight cousins. They are used to completely destroy the lifting ability of the wing upon landing, ensuring that the entire weight of the airplane rests firmly on the wheels, making the brakes more effective and shortening the length of runway needed to stop the aircraft</a:t>
            </a:r>
            <a:endParaRPr lang="en-US" dirty="0"/>
          </a:p>
        </p:txBody>
      </p:sp>
      <p:sp>
        <p:nvSpPr>
          <p:cNvPr id="4" name="Header Placeholder 3"/>
          <p:cNvSpPr>
            <a:spLocks noGrp="1"/>
          </p:cNvSpPr>
          <p:nvPr>
            <p:ph type="hdr" sz="quarter" idx="10"/>
          </p:nvPr>
        </p:nvSpPr>
        <p:spPr/>
        <p:txBody>
          <a:bodyPr/>
          <a:lstStyle/>
          <a:p>
            <a:pPr>
              <a:defRPr/>
            </a:pPr>
            <a:endParaRPr lang="en-US"/>
          </a:p>
        </p:txBody>
      </p:sp>
      <p:sp>
        <p:nvSpPr>
          <p:cNvPr id="5" name="Date Placeholder 4"/>
          <p:cNvSpPr>
            <a:spLocks noGrp="1"/>
          </p:cNvSpPr>
          <p:nvPr>
            <p:ph type="dt" idx="11"/>
          </p:nvPr>
        </p:nvSpPr>
        <p:spPr/>
        <p:txBody>
          <a:bodyPr/>
          <a:lstStyle/>
          <a:p>
            <a:pPr>
              <a:defRPr/>
            </a:pPr>
            <a:fld id="{171B1FA0-B2F0-4D41-8F1F-B9F3A884F08A}" type="datetime1">
              <a:rPr lang="en-US" smtClean="0"/>
              <a:pPr>
                <a:defRPr/>
              </a:pPr>
              <a:t>11/2/2020</a:t>
            </a:fld>
            <a:endParaRPr lang="en-US"/>
          </a:p>
        </p:txBody>
      </p:sp>
      <p:sp>
        <p:nvSpPr>
          <p:cNvPr id="6" name="Footer Placeholder 5"/>
          <p:cNvSpPr>
            <a:spLocks noGrp="1"/>
          </p:cNvSpPr>
          <p:nvPr>
            <p:ph type="ftr" sz="quarter" idx="12"/>
          </p:nvPr>
        </p:nvSpPr>
        <p:spPr/>
        <p:txBody>
          <a:bodyPr/>
          <a:lstStyle/>
          <a:p>
            <a:pPr>
              <a:defRPr/>
            </a:pPr>
            <a:endParaRPr lang="en-US"/>
          </a:p>
        </p:txBody>
      </p:sp>
      <p:sp>
        <p:nvSpPr>
          <p:cNvPr id="7" name="Slide Number Placeholder 6"/>
          <p:cNvSpPr>
            <a:spLocks noGrp="1"/>
          </p:cNvSpPr>
          <p:nvPr>
            <p:ph type="sldNum" sz="quarter" idx="13"/>
          </p:nvPr>
        </p:nvSpPr>
        <p:spPr/>
        <p:txBody>
          <a:bodyPr/>
          <a:lstStyle/>
          <a:p>
            <a:pPr>
              <a:defRPr/>
            </a:pPr>
            <a:fld id="{F4E9F80D-8D67-4506-ACA6-574195915E76}" type="slidenum">
              <a:rPr lang="en-US" altLang="en-US" smtClean="0"/>
              <a:pPr>
                <a:defRPr/>
              </a:pPr>
              <a:t>14</a:t>
            </a:fld>
            <a:endParaRPr lang="en-US"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Header Placeholder 3"/>
          <p:cNvSpPr>
            <a:spLocks noGrp="1"/>
          </p:cNvSpPr>
          <p:nvPr>
            <p:ph type="hdr" sz="quarter" idx="10"/>
          </p:nvPr>
        </p:nvSpPr>
        <p:spPr/>
        <p:txBody>
          <a:bodyPr/>
          <a:lstStyle/>
          <a:p>
            <a:pPr>
              <a:defRPr/>
            </a:pPr>
            <a:endParaRPr lang="en-US"/>
          </a:p>
        </p:txBody>
      </p:sp>
      <p:sp>
        <p:nvSpPr>
          <p:cNvPr id="5" name="Date Placeholder 4"/>
          <p:cNvSpPr>
            <a:spLocks noGrp="1"/>
          </p:cNvSpPr>
          <p:nvPr>
            <p:ph type="dt" idx="11"/>
          </p:nvPr>
        </p:nvSpPr>
        <p:spPr/>
        <p:txBody>
          <a:bodyPr/>
          <a:lstStyle/>
          <a:p>
            <a:pPr>
              <a:defRPr/>
            </a:pPr>
            <a:fld id="{171B1FA0-B2F0-4D41-8F1F-B9F3A884F08A}" type="datetime1">
              <a:rPr lang="en-US" smtClean="0"/>
              <a:pPr>
                <a:defRPr/>
              </a:pPr>
              <a:t>11/2/2020</a:t>
            </a:fld>
            <a:endParaRPr lang="en-US"/>
          </a:p>
        </p:txBody>
      </p:sp>
      <p:sp>
        <p:nvSpPr>
          <p:cNvPr id="6" name="Footer Placeholder 5"/>
          <p:cNvSpPr>
            <a:spLocks noGrp="1"/>
          </p:cNvSpPr>
          <p:nvPr>
            <p:ph type="ftr" sz="quarter" idx="12"/>
          </p:nvPr>
        </p:nvSpPr>
        <p:spPr/>
        <p:txBody>
          <a:bodyPr/>
          <a:lstStyle/>
          <a:p>
            <a:pPr>
              <a:defRPr/>
            </a:pPr>
            <a:endParaRPr lang="en-US"/>
          </a:p>
        </p:txBody>
      </p:sp>
      <p:sp>
        <p:nvSpPr>
          <p:cNvPr id="7" name="Slide Number Placeholder 6"/>
          <p:cNvSpPr>
            <a:spLocks noGrp="1"/>
          </p:cNvSpPr>
          <p:nvPr>
            <p:ph type="sldNum" sz="quarter" idx="13"/>
          </p:nvPr>
        </p:nvSpPr>
        <p:spPr/>
        <p:txBody>
          <a:bodyPr/>
          <a:lstStyle/>
          <a:p>
            <a:pPr>
              <a:defRPr/>
            </a:pPr>
            <a:fld id="{F4E9F80D-8D67-4506-ACA6-574195915E76}" type="slidenum">
              <a:rPr lang="en-US" altLang="en-US" smtClean="0"/>
              <a:pPr>
                <a:defRPr/>
              </a:pPr>
              <a:t>16</a:t>
            </a:fld>
            <a:endParaRPr lang="en-US"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Header Placeholder 3"/>
          <p:cNvSpPr>
            <a:spLocks noGrp="1"/>
          </p:cNvSpPr>
          <p:nvPr>
            <p:ph type="hdr" sz="quarter" idx="10"/>
          </p:nvPr>
        </p:nvSpPr>
        <p:spPr/>
        <p:txBody>
          <a:bodyPr/>
          <a:lstStyle/>
          <a:p>
            <a:pPr>
              <a:defRPr/>
            </a:pPr>
            <a:endParaRPr lang="en-US"/>
          </a:p>
        </p:txBody>
      </p:sp>
      <p:sp>
        <p:nvSpPr>
          <p:cNvPr id="5" name="Date Placeholder 4"/>
          <p:cNvSpPr>
            <a:spLocks noGrp="1"/>
          </p:cNvSpPr>
          <p:nvPr>
            <p:ph type="dt" idx="11"/>
          </p:nvPr>
        </p:nvSpPr>
        <p:spPr/>
        <p:txBody>
          <a:bodyPr/>
          <a:lstStyle/>
          <a:p>
            <a:pPr>
              <a:defRPr/>
            </a:pPr>
            <a:fld id="{171B1FA0-B2F0-4D41-8F1F-B9F3A884F08A}" type="datetime1">
              <a:rPr lang="en-US" smtClean="0"/>
              <a:pPr>
                <a:defRPr/>
              </a:pPr>
              <a:t>11/2/2020</a:t>
            </a:fld>
            <a:endParaRPr lang="en-US"/>
          </a:p>
        </p:txBody>
      </p:sp>
      <p:sp>
        <p:nvSpPr>
          <p:cNvPr id="6" name="Footer Placeholder 5"/>
          <p:cNvSpPr>
            <a:spLocks noGrp="1"/>
          </p:cNvSpPr>
          <p:nvPr>
            <p:ph type="ftr" sz="quarter" idx="12"/>
          </p:nvPr>
        </p:nvSpPr>
        <p:spPr/>
        <p:txBody>
          <a:bodyPr/>
          <a:lstStyle/>
          <a:p>
            <a:pPr>
              <a:defRPr/>
            </a:pPr>
            <a:endParaRPr lang="en-US"/>
          </a:p>
        </p:txBody>
      </p:sp>
      <p:sp>
        <p:nvSpPr>
          <p:cNvPr id="7" name="Slide Number Placeholder 6"/>
          <p:cNvSpPr>
            <a:spLocks noGrp="1"/>
          </p:cNvSpPr>
          <p:nvPr>
            <p:ph type="sldNum" sz="quarter" idx="13"/>
          </p:nvPr>
        </p:nvSpPr>
        <p:spPr/>
        <p:txBody>
          <a:bodyPr/>
          <a:lstStyle/>
          <a:p>
            <a:pPr>
              <a:defRPr/>
            </a:pPr>
            <a:fld id="{F4E9F80D-8D67-4506-ACA6-574195915E76}" type="slidenum">
              <a:rPr lang="en-US" altLang="en-US" smtClean="0"/>
              <a:pPr>
                <a:defRPr/>
              </a:pPr>
              <a:t>17</a:t>
            </a:fld>
            <a:endParaRPr lang="en-US"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Header Placeholder 3"/>
          <p:cNvSpPr>
            <a:spLocks noGrp="1"/>
          </p:cNvSpPr>
          <p:nvPr>
            <p:ph type="hdr" sz="quarter" idx="10"/>
          </p:nvPr>
        </p:nvSpPr>
        <p:spPr/>
        <p:txBody>
          <a:bodyPr/>
          <a:lstStyle/>
          <a:p>
            <a:pPr>
              <a:defRPr/>
            </a:pPr>
            <a:endParaRPr lang="en-US"/>
          </a:p>
        </p:txBody>
      </p:sp>
      <p:sp>
        <p:nvSpPr>
          <p:cNvPr id="5" name="Date Placeholder 4"/>
          <p:cNvSpPr>
            <a:spLocks noGrp="1"/>
          </p:cNvSpPr>
          <p:nvPr>
            <p:ph type="dt" idx="11"/>
          </p:nvPr>
        </p:nvSpPr>
        <p:spPr/>
        <p:txBody>
          <a:bodyPr/>
          <a:lstStyle/>
          <a:p>
            <a:pPr>
              <a:defRPr/>
            </a:pPr>
            <a:fld id="{171B1FA0-B2F0-4D41-8F1F-B9F3A884F08A}" type="datetime1">
              <a:rPr lang="en-US" smtClean="0"/>
              <a:pPr>
                <a:defRPr/>
              </a:pPr>
              <a:t>11/2/2020</a:t>
            </a:fld>
            <a:endParaRPr lang="en-US"/>
          </a:p>
        </p:txBody>
      </p:sp>
      <p:sp>
        <p:nvSpPr>
          <p:cNvPr id="6" name="Footer Placeholder 5"/>
          <p:cNvSpPr>
            <a:spLocks noGrp="1"/>
          </p:cNvSpPr>
          <p:nvPr>
            <p:ph type="ftr" sz="quarter" idx="12"/>
          </p:nvPr>
        </p:nvSpPr>
        <p:spPr/>
        <p:txBody>
          <a:bodyPr/>
          <a:lstStyle/>
          <a:p>
            <a:pPr>
              <a:defRPr/>
            </a:pPr>
            <a:endParaRPr lang="en-US"/>
          </a:p>
        </p:txBody>
      </p:sp>
      <p:sp>
        <p:nvSpPr>
          <p:cNvPr id="7" name="Slide Number Placeholder 6"/>
          <p:cNvSpPr>
            <a:spLocks noGrp="1"/>
          </p:cNvSpPr>
          <p:nvPr>
            <p:ph type="sldNum" sz="quarter" idx="13"/>
          </p:nvPr>
        </p:nvSpPr>
        <p:spPr/>
        <p:txBody>
          <a:bodyPr/>
          <a:lstStyle/>
          <a:p>
            <a:pPr>
              <a:defRPr/>
            </a:pPr>
            <a:fld id="{F4E9F80D-8D67-4506-ACA6-574195915E76}" type="slidenum">
              <a:rPr lang="en-US" altLang="en-US" smtClean="0"/>
              <a:pPr>
                <a:defRPr/>
              </a:pPr>
              <a:t>18</a:t>
            </a:fld>
            <a:endParaRPr lang="en-US"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Header Placeholder 3"/>
          <p:cNvSpPr>
            <a:spLocks noGrp="1"/>
          </p:cNvSpPr>
          <p:nvPr>
            <p:ph type="hdr" sz="quarter" idx="10"/>
          </p:nvPr>
        </p:nvSpPr>
        <p:spPr/>
        <p:txBody>
          <a:bodyPr/>
          <a:lstStyle/>
          <a:p>
            <a:pPr>
              <a:defRPr/>
            </a:pPr>
            <a:endParaRPr lang="en-US"/>
          </a:p>
        </p:txBody>
      </p:sp>
      <p:sp>
        <p:nvSpPr>
          <p:cNvPr id="5" name="Date Placeholder 4"/>
          <p:cNvSpPr>
            <a:spLocks noGrp="1"/>
          </p:cNvSpPr>
          <p:nvPr>
            <p:ph type="dt" idx="11"/>
          </p:nvPr>
        </p:nvSpPr>
        <p:spPr/>
        <p:txBody>
          <a:bodyPr/>
          <a:lstStyle/>
          <a:p>
            <a:pPr>
              <a:defRPr/>
            </a:pPr>
            <a:fld id="{171B1FA0-B2F0-4D41-8F1F-B9F3A884F08A}" type="datetime1">
              <a:rPr lang="en-US" smtClean="0"/>
              <a:pPr>
                <a:defRPr/>
              </a:pPr>
              <a:t>11/2/2020</a:t>
            </a:fld>
            <a:endParaRPr lang="en-US"/>
          </a:p>
        </p:txBody>
      </p:sp>
      <p:sp>
        <p:nvSpPr>
          <p:cNvPr id="6" name="Footer Placeholder 5"/>
          <p:cNvSpPr>
            <a:spLocks noGrp="1"/>
          </p:cNvSpPr>
          <p:nvPr>
            <p:ph type="ftr" sz="quarter" idx="12"/>
          </p:nvPr>
        </p:nvSpPr>
        <p:spPr/>
        <p:txBody>
          <a:bodyPr/>
          <a:lstStyle/>
          <a:p>
            <a:pPr>
              <a:defRPr/>
            </a:pPr>
            <a:endParaRPr lang="en-US"/>
          </a:p>
        </p:txBody>
      </p:sp>
      <p:sp>
        <p:nvSpPr>
          <p:cNvPr id="7" name="Slide Number Placeholder 6"/>
          <p:cNvSpPr>
            <a:spLocks noGrp="1"/>
          </p:cNvSpPr>
          <p:nvPr>
            <p:ph type="sldNum" sz="quarter" idx="13"/>
          </p:nvPr>
        </p:nvSpPr>
        <p:spPr/>
        <p:txBody>
          <a:bodyPr/>
          <a:lstStyle/>
          <a:p>
            <a:pPr>
              <a:defRPr/>
            </a:pPr>
            <a:fld id="{F4E9F80D-8D67-4506-ACA6-574195915E76}" type="slidenum">
              <a:rPr lang="en-US" altLang="en-US" smtClean="0"/>
              <a:pPr>
                <a:defRPr/>
              </a:pPr>
              <a:t>19</a:t>
            </a:fld>
            <a:endParaRPr lang="en-US"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Header Placeholder 3"/>
          <p:cNvSpPr>
            <a:spLocks noGrp="1"/>
          </p:cNvSpPr>
          <p:nvPr>
            <p:ph type="hdr" sz="quarter" idx="10"/>
          </p:nvPr>
        </p:nvSpPr>
        <p:spPr/>
        <p:txBody>
          <a:bodyPr/>
          <a:lstStyle/>
          <a:p>
            <a:pPr>
              <a:defRPr/>
            </a:pPr>
            <a:endParaRPr lang="en-US"/>
          </a:p>
        </p:txBody>
      </p:sp>
      <p:sp>
        <p:nvSpPr>
          <p:cNvPr id="5" name="Date Placeholder 4"/>
          <p:cNvSpPr>
            <a:spLocks noGrp="1"/>
          </p:cNvSpPr>
          <p:nvPr>
            <p:ph type="dt" idx="11"/>
          </p:nvPr>
        </p:nvSpPr>
        <p:spPr/>
        <p:txBody>
          <a:bodyPr/>
          <a:lstStyle/>
          <a:p>
            <a:pPr>
              <a:defRPr/>
            </a:pPr>
            <a:fld id="{171B1FA0-B2F0-4D41-8F1F-B9F3A884F08A}" type="datetime1">
              <a:rPr lang="en-US" smtClean="0"/>
              <a:pPr>
                <a:defRPr/>
              </a:pPr>
              <a:t>11/2/2020</a:t>
            </a:fld>
            <a:endParaRPr lang="en-US"/>
          </a:p>
        </p:txBody>
      </p:sp>
      <p:sp>
        <p:nvSpPr>
          <p:cNvPr id="6" name="Footer Placeholder 5"/>
          <p:cNvSpPr>
            <a:spLocks noGrp="1"/>
          </p:cNvSpPr>
          <p:nvPr>
            <p:ph type="ftr" sz="quarter" idx="12"/>
          </p:nvPr>
        </p:nvSpPr>
        <p:spPr/>
        <p:txBody>
          <a:bodyPr/>
          <a:lstStyle/>
          <a:p>
            <a:pPr>
              <a:defRPr/>
            </a:pPr>
            <a:endParaRPr lang="en-US"/>
          </a:p>
        </p:txBody>
      </p:sp>
      <p:sp>
        <p:nvSpPr>
          <p:cNvPr id="7" name="Slide Number Placeholder 6"/>
          <p:cNvSpPr>
            <a:spLocks noGrp="1"/>
          </p:cNvSpPr>
          <p:nvPr>
            <p:ph type="sldNum" sz="quarter" idx="13"/>
          </p:nvPr>
        </p:nvSpPr>
        <p:spPr/>
        <p:txBody>
          <a:bodyPr/>
          <a:lstStyle/>
          <a:p>
            <a:pPr>
              <a:defRPr/>
            </a:pPr>
            <a:fld id="{F4E9F80D-8D67-4506-ACA6-574195915E76}" type="slidenum">
              <a:rPr lang="en-US" altLang="en-US" smtClean="0"/>
              <a:pPr>
                <a:defRPr/>
              </a:pPr>
              <a:t>20</a:t>
            </a:fld>
            <a:endParaRPr lang="en-US"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Header Placeholder 3"/>
          <p:cNvSpPr>
            <a:spLocks noGrp="1"/>
          </p:cNvSpPr>
          <p:nvPr>
            <p:ph type="hdr" sz="quarter" idx="10"/>
          </p:nvPr>
        </p:nvSpPr>
        <p:spPr/>
        <p:txBody>
          <a:bodyPr/>
          <a:lstStyle/>
          <a:p>
            <a:pPr>
              <a:defRPr/>
            </a:pPr>
            <a:endParaRPr lang="en-US"/>
          </a:p>
        </p:txBody>
      </p:sp>
      <p:sp>
        <p:nvSpPr>
          <p:cNvPr id="5" name="Date Placeholder 4"/>
          <p:cNvSpPr>
            <a:spLocks noGrp="1"/>
          </p:cNvSpPr>
          <p:nvPr>
            <p:ph type="dt" idx="11"/>
          </p:nvPr>
        </p:nvSpPr>
        <p:spPr/>
        <p:txBody>
          <a:bodyPr/>
          <a:lstStyle/>
          <a:p>
            <a:pPr>
              <a:defRPr/>
            </a:pPr>
            <a:fld id="{171B1FA0-B2F0-4D41-8F1F-B9F3A884F08A}" type="datetime1">
              <a:rPr lang="en-US" smtClean="0"/>
              <a:pPr>
                <a:defRPr/>
              </a:pPr>
              <a:t>11/2/2020</a:t>
            </a:fld>
            <a:endParaRPr lang="en-US"/>
          </a:p>
        </p:txBody>
      </p:sp>
      <p:sp>
        <p:nvSpPr>
          <p:cNvPr id="6" name="Footer Placeholder 5"/>
          <p:cNvSpPr>
            <a:spLocks noGrp="1"/>
          </p:cNvSpPr>
          <p:nvPr>
            <p:ph type="ftr" sz="quarter" idx="12"/>
          </p:nvPr>
        </p:nvSpPr>
        <p:spPr/>
        <p:txBody>
          <a:bodyPr/>
          <a:lstStyle/>
          <a:p>
            <a:pPr>
              <a:defRPr/>
            </a:pPr>
            <a:endParaRPr lang="en-US"/>
          </a:p>
        </p:txBody>
      </p:sp>
      <p:sp>
        <p:nvSpPr>
          <p:cNvPr id="7" name="Slide Number Placeholder 6"/>
          <p:cNvSpPr>
            <a:spLocks noGrp="1"/>
          </p:cNvSpPr>
          <p:nvPr>
            <p:ph type="sldNum" sz="quarter" idx="13"/>
          </p:nvPr>
        </p:nvSpPr>
        <p:spPr/>
        <p:txBody>
          <a:bodyPr/>
          <a:lstStyle/>
          <a:p>
            <a:pPr>
              <a:defRPr/>
            </a:pPr>
            <a:fld id="{F4E9F80D-8D67-4506-ACA6-574195915E76}" type="slidenum">
              <a:rPr lang="en-US" altLang="en-US" smtClean="0"/>
              <a:pPr>
                <a:defRPr/>
              </a:pPr>
              <a:t>21</a:t>
            </a:fld>
            <a:endParaRPr lang="en-US"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794" name="Slide Image Placeholder 1"/>
          <p:cNvSpPr>
            <a:spLocks noGrp="1" noRot="1" noChangeAspect="1" noTextEdit="1"/>
          </p:cNvSpPr>
          <p:nvPr>
            <p:ph type="sldImg"/>
          </p:nvPr>
        </p:nvSpPr>
        <p:spPr>
          <a:xfrm>
            <a:off x="1181100" y="696913"/>
            <a:ext cx="4649788" cy="3486150"/>
          </a:xfrm>
        </p:spPr>
      </p:sp>
      <p:sp>
        <p:nvSpPr>
          <p:cNvPr id="161795" name="Notes Placeholder 2"/>
          <p:cNvSpPr>
            <a:spLocks noGrp="1"/>
          </p:cNvSpPr>
          <p:nvPr>
            <p:ph type="body" idx="1"/>
          </p:nvPr>
        </p:nvSpPr>
        <p:spPr>
          <a:noFill/>
        </p:spPr>
        <p:txBody>
          <a:bodyPr/>
          <a:lstStyle/>
          <a:p>
            <a:endParaRPr lang="en-US" sz="1200" kern="1200" dirty="0">
              <a:solidFill>
                <a:schemeClr val="tx1"/>
              </a:solidFill>
              <a:latin typeface="Arial" panose="020B0604020202020204" pitchFamily="34" charset="0"/>
              <a:ea typeface="+mn-ea"/>
              <a:cs typeface="+mn-cs"/>
            </a:endParaRPr>
          </a:p>
        </p:txBody>
      </p:sp>
      <p:sp>
        <p:nvSpPr>
          <p:cNvPr id="161796" name="Date Placeholder 3"/>
          <p:cNvSpPr>
            <a:spLocks noGrp="1"/>
          </p:cNvSpPr>
          <p:nvPr>
            <p:ph type="dt" sz="quarter" idx="1"/>
          </p:nvPr>
        </p:nvSpPr>
        <p:spPr>
          <a:noFill/>
        </p:spPr>
        <p:txBody>
          <a:bodyPr/>
          <a:lstStyle/>
          <a:p>
            <a:fld id="{C7840502-BD40-40C5-B552-080A68BDF7DB}" type="datetime1">
              <a:rPr lang="en-US" altLang="en-US" smtClean="0"/>
              <a:t>11/2/2020</a:t>
            </a:fld>
            <a:endParaRPr lang="en-US" altLang="en-US" dirty="0"/>
          </a:p>
        </p:txBody>
      </p:sp>
      <p:sp>
        <p:nvSpPr>
          <p:cNvPr id="161797" name="Slide Number Placeholder 4"/>
          <p:cNvSpPr>
            <a:spLocks noGrp="1"/>
          </p:cNvSpPr>
          <p:nvPr>
            <p:ph type="sldNum" sz="quarter" idx="5"/>
          </p:nvPr>
        </p:nvSpPr>
        <p:spPr>
          <a:noFill/>
        </p:spPr>
        <p:txBody>
          <a:bodyPr/>
          <a:lstStyle/>
          <a:p>
            <a:fld id="{62148771-33F7-40ED-94E3-30E7637A3336}" type="slidenum">
              <a:rPr lang="en-US" altLang="en-US"/>
              <a:t>22</a:t>
            </a:fld>
            <a:endParaRPr lang="en-US" altLang="en-US" dirty="0"/>
          </a:p>
        </p:txBody>
      </p:sp>
      <p:sp>
        <p:nvSpPr>
          <p:cNvPr id="161798" name="Footer Placeholder 5"/>
          <p:cNvSpPr>
            <a:spLocks noGrp="1"/>
          </p:cNvSpPr>
          <p:nvPr>
            <p:ph type="ftr" sz="quarter" idx="4"/>
          </p:nvPr>
        </p:nvSpPr>
        <p:spPr>
          <a:noFill/>
        </p:spPr>
        <p:txBody>
          <a:bodyPr/>
          <a:lstStyle/>
          <a:p>
            <a:endParaRPr lang="en-US" altLang="en-US" dirty="0"/>
          </a:p>
        </p:txBody>
      </p:sp>
      <p:sp>
        <p:nvSpPr>
          <p:cNvPr id="161799" name="Header Placeholder 6"/>
          <p:cNvSpPr>
            <a:spLocks noGrp="1"/>
          </p:cNvSpPr>
          <p:nvPr>
            <p:ph type="hdr" sz="quarter"/>
          </p:nvPr>
        </p:nvSpPr>
        <p:spPr>
          <a:noFill/>
        </p:spPr>
        <p:txBody>
          <a:bodyPr/>
          <a:lstStyle/>
          <a:p>
            <a:endParaRPr lang="en-US" altLang="en-US" dirty="0"/>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u="sng">
                <a:solidFill>
                  <a:srgbClr val="FFFF00"/>
                </a:solidFill>
                <a:latin typeface="Arial" panose="020B0604020202020204" pitchFamily="34" charset="0"/>
                <a:cs typeface="Arial" panose="020B0604020202020204" pitchFamily="34" charset="0"/>
              </a:defRPr>
            </a:lvl1pPr>
          </a:lstStyle>
          <a:p>
            <a:r>
              <a:rPr lang="en-US" dirty="0"/>
              <a:t>Click to edit Master title style</a:t>
            </a:r>
          </a:p>
        </p:txBody>
      </p:sp>
      <p:sp>
        <p:nvSpPr>
          <p:cNvPr id="3" name="Content Placeholder 2"/>
          <p:cNvSpPr>
            <a:spLocks noGrp="1"/>
          </p:cNvSpPr>
          <p:nvPr>
            <p:ph idx="1"/>
          </p:nvPr>
        </p:nvSpPr>
        <p:spPr/>
        <p:txBody>
          <a:bodyPr>
            <a:normAutofit/>
          </a:bodyPr>
          <a:lstStyle>
            <a:lvl1pPr>
              <a:defRPr sz="1600">
                <a:latin typeface="Arial" panose="020B0604020202020204" pitchFamily="34" charset="0"/>
                <a:cs typeface="Arial" panose="020B0604020202020204" pitchFamily="34" charset="0"/>
              </a:defRPr>
            </a:lvl1pPr>
            <a:lvl2pPr>
              <a:defRPr sz="1600">
                <a:latin typeface="Arial" panose="020B0604020202020204" pitchFamily="34" charset="0"/>
                <a:cs typeface="Arial" panose="020B0604020202020204" pitchFamily="34" charset="0"/>
              </a:defRPr>
            </a:lvl2pPr>
            <a:lvl3pPr>
              <a:defRPr sz="1600">
                <a:latin typeface="Arial" panose="020B0604020202020204" pitchFamily="34" charset="0"/>
                <a:cs typeface="Arial" panose="020B0604020202020204" pitchFamily="34" charset="0"/>
              </a:defRPr>
            </a:lvl3pPr>
            <a:lvl4pPr>
              <a:defRPr sz="1600">
                <a:latin typeface="Arial" panose="020B0604020202020204" pitchFamily="34" charset="0"/>
                <a:cs typeface="Arial" panose="020B0604020202020204" pitchFamily="34" charset="0"/>
              </a:defRPr>
            </a:lvl4pPr>
            <a:lvl5pPr>
              <a:defRPr sz="1600">
                <a:latin typeface="Arial" panose="020B0604020202020204" pitchFamily="34" charset="0"/>
                <a:cs typeface="Arial" panose="020B0604020202020204" pitchFamily="34" charset="0"/>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pPr defTabSz="342900" eaLnBrk="1" fontAlgn="auto" hangingPunct="1">
              <a:spcBef>
                <a:spcPts val="0"/>
              </a:spcBef>
              <a:spcAft>
                <a:spcPts val="0"/>
              </a:spcAft>
            </a:pPr>
            <a:fld id="{287BD2DA-379E-4C52-9863-ADDA0B5A5DB4}" type="datetime1">
              <a:rPr lang="en-US" smtClean="0">
                <a:solidFill>
                  <a:prstClr val="white">
                    <a:tint val="75000"/>
                  </a:prstClr>
                </a:solidFill>
                <a:latin typeface="Rockwell" panose="02060603020205020403"/>
              </a:rPr>
              <a:pPr defTabSz="342900" eaLnBrk="1" fontAlgn="auto" hangingPunct="1">
                <a:spcBef>
                  <a:spcPts val="0"/>
                </a:spcBef>
                <a:spcAft>
                  <a:spcPts val="0"/>
                </a:spcAft>
              </a:pPr>
              <a:t>11/2/2020</a:t>
            </a:fld>
            <a:endParaRPr lang="en-US" dirty="0">
              <a:solidFill>
                <a:prstClr val="white">
                  <a:tint val="75000"/>
                </a:prstClr>
              </a:solidFill>
              <a:latin typeface="Rockwell" panose="02060603020205020403"/>
            </a:endParaRPr>
          </a:p>
        </p:txBody>
      </p:sp>
      <p:sp>
        <p:nvSpPr>
          <p:cNvPr id="5" name="Footer Placeholder 4"/>
          <p:cNvSpPr>
            <a:spLocks noGrp="1"/>
          </p:cNvSpPr>
          <p:nvPr>
            <p:ph type="ftr" sz="quarter" idx="11"/>
          </p:nvPr>
        </p:nvSpPr>
        <p:spPr/>
        <p:txBody>
          <a:bodyPr/>
          <a:lstStyle/>
          <a:p>
            <a:pPr defTabSz="342900" eaLnBrk="1" fontAlgn="auto" hangingPunct="1">
              <a:spcBef>
                <a:spcPts val="0"/>
              </a:spcBef>
              <a:spcAft>
                <a:spcPts val="0"/>
              </a:spcAft>
            </a:pPr>
            <a:endParaRPr lang="en-US" dirty="0">
              <a:solidFill>
                <a:prstClr val="white">
                  <a:tint val="75000"/>
                </a:prstClr>
              </a:solidFill>
              <a:latin typeface="Rockwell" panose="02060603020205020403"/>
            </a:endParaRPr>
          </a:p>
        </p:txBody>
      </p:sp>
      <p:sp>
        <p:nvSpPr>
          <p:cNvPr id="6" name="Slide Number Placeholder 5"/>
          <p:cNvSpPr>
            <a:spLocks noGrp="1"/>
          </p:cNvSpPr>
          <p:nvPr>
            <p:ph type="sldNum" sz="quarter" idx="12"/>
          </p:nvPr>
        </p:nvSpPr>
        <p:spPr/>
        <p:txBody>
          <a:bodyPr/>
          <a:lstStyle/>
          <a:p>
            <a:pPr defTabSz="342900" eaLnBrk="1" fontAlgn="auto" hangingPunct="1">
              <a:spcBef>
                <a:spcPts val="0"/>
              </a:spcBef>
              <a:spcAft>
                <a:spcPts val="0"/>
              </a:spcAft>
            </a:pPr>
            <a:fld id="{6D22F896-40B5-4ADD-8801-0D06FADFA095}" type="slidenum">
              <a:rPr lang="en-US" smtClean="0">
                <a:solidFill>
                  <a:prstClr val="white">
                    <a:tint val="75000"/>
                  </a:prstClr>
                </a:solidFill>
                <a:latin typeface="Rockwell" panose="02060603020205020403"/>
              </a:rPr>
              <a:pPr defTabSz="342900" eaLnBrk="1" fontAlgn="auto" hangingPunct="1">
                <a:spcBef>
                  <a:spcPts val="0"/>
                </a:spcBef>
                <a:spcAft>
                  <a:spcPts val="0"/>
                </a:spcAft>
              </a:pPr>
              <a:t>‹#›</a:t>
            </a:fld>
            <a:endParaRPr lang="en-US" dirty="0">
              <a:solidFill>
                <a:prstClr val="white">
                  <a:tint val="75000"/>
                </a:prstClr>
              </a:solidFill>
              <a:latin typeface="Rockwell" panose="02060603020205020403"/>
            </a:endParaRPr>
          </a:p>
        </p:txBody>
      </p:sp>
      <p:pic>
        <p:nvPicPr>
          <p:cNvPr id="8" name="Picture 7">
            <a:extLst>
              <a:ext uri="{FF2B5EF4-FFF2-40B4-BE49-F238E27FC236}">
                <a16:creationId xmlns:a16="http://schemas.microsoft.com/office/drawing/2014/main" id="{0F94370F-C5BF-470A-9028-49813A42537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52400" y="-76201"/>
            <a:ext cx="1047751" cy="838201"/>
          </a:xfrm>
          <a:prstGeom prst="rect">
            <a:avLst/>
          </a:prstGeom>
        </p:spPr>
      </p:pic>
    </p:spTree>
    <p:extLst>
      <p:ext uri="{BB962C8B-B14F-4D97-AF65-F5344CB8AC3E}">
        <p14:creationId xmlns:p14="http://schemas.microsoft.com/office/powerpoint/2010/main" val="6954830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7"/>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Date Placeholder 3"/>
          <p:cNvSpPr>
            <a:spLocks noGrp="1" noChangeArrowheads="1"/>
          </p:cNvSpPr>
          <p:nvPr>
            <p:ph type="dt" sz="half" idx="10"/>
          </p:nvPr>
        </p:nvSpPr>
        <p:spPr bwMode="auto">
          <a:xfrm>
            <a:off x="0" y="6400802"/>
            <a:ext cx="1447800" cy="320675"/>
          </a:xfrm>
          <a:prstGeom prst="rect">
            <a:avLst/>
          </a:prstGeom>
          <a:ln>
            <a:miter lim="800000"/>
            <a:headEnd/>
            <a:tailEnd/>
          </a:ln>
        </p:spPr>
        <p:txBody>
          <a:bodyPr vert="horz" wrap="square" lIns="91440" tIns="45720" rIns="91440" bIns="45720" numCol="1" anchor="t" anchorCtr="0" compatLnSpc="1">
            <a:prstTxWarp prst="textNoShape">
              <a:avLst/>
            </a:prstTxWarp>
          </a:bodyPr>
          <a:lstStyle>
            <a:lvl1pPr algn="l" eaLnBrk="1" hangingPunct="1">
              <a:defRPr sz="1600">
                <a:latin typeface="Arial" charset="0"/>
              </a:defRPr>
            </a:lvl1pPr>
          </a:lstStyle>
          <a:p>
            <a:pPr>
              <a:defRPr/>
            </a:pPr>
            <a:endParaRPr lang="en-US"/>
          </a:p>
        </p:txBody>
      </p:sp>
    </p:spTree>
  </p:cSld>
  <p:clrMapOvr>
    <a:masterClrMapping/>
  </p:clrMapOvr>
  <p:transition/>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image" Target="../media/image2.jpeg"/><Relationship Id="rId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4" cstate="print">
            <a:duotone>
              <a:schemeClr val="bg2">
                <a:shade val="18000"/>
                <a:satMod val="160000"/>
                <a:lumMod val="28000"/>
              </a:schemeClr>
              <a:schemeClr val="bg2">
                <a:tint val="95000"/>
                <a:satMod val="160000"/>
                <a:lumMod val="116000"/>
              </a:schemeClr>
            </a:duotone>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85348" y="609603"/>
            <a:ext cx="7765321" cy="1326321"/>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685347" y="2096064"/>
            <a:ext cx="7765322" cy="3695136"/>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759052" y="5883278"/>
            <a:ext cx="2057400" cy="365125"/>
          </a:xfrm>
          <a:prstGeom prst="rect">
            <a:avLst/>
          </a:prstGeom>
        </p:spPr>
        <p:txBody>
          <a:bodyPr vert="horz" lIns="91440" tIns="45720" rIns="91440" bIns="45720" rtlCol="0" anchor="ctr"/>
          <a:lstStyle>
            <a:lvl1pPr algn="r">
              <a:defRPr sz="750">
                <a:solidFill>
                  <a:schemeClr val="tx1">
                    <a:tint val="75000"/>
                  </a:schemeClr>
                </a:solidFill>
                <a:latin typeface="Arial" panose="020B0604020202020204" pitchFamily="34" charset="0"/>
                <a:cs typeface="Arial" panose="020B0604020202020204" pitchFamily="34" charset="0"/>
              </a:defRPr>
            </a:lvl1pPr>
          </a:lstStyle>
          <a:p>
            <a:pPr defTabSz="342900" eaLnBrk="1" fontAlgn="auto" hangingPunct="1">
              <a:spcBef>
                <a:spcPts val="0"/>
              </a:spcBef>
              <a:spcAft>
                <a:spcPts val="0"/>
              </a:spcAft>
            </a:pPr>
            <a:fld id="{48A87A34-81AB-432B-8DAE-1953F412C126}" type="datetimeFigureOut">
              <a:rPr lang="en-US" smtClean="0">
                <a:solidFill>
                  <a:prstClr val="white">
                    <a:tint val="75000"/>
                  </a:prstClr>
                </a:solidFill>
              </a:rPr>
              <a:pPr defTabSz="342900" eaLnBrk="1" fontAlgn="auto" hangingPunct="1">
                <a:spcBef>
                  <a:spcPts val="0"/>
                </a:spcBef>
                <a:spcAft>
                  <a:spcPts val="0"/>
                </a:spcAft>
              </a:pPr>
              <a:t>11/2/2020</a:t>
            </a:fld>
            <a:endParaRPr lang="en-US" dirty="0">
              <a:solidFill>
                <a:prstClr val="white">
                  <a:tint val="75000"/>
                </a:prstClr>
              </a:solidFill>
            </a:endParaRPr>
          </a:p>
        </p:txBody>
      </p:sp>
      <p:sp>
        <p:nvSpPr>
          <p:cNvPr id="5" name="Footer Placeholder 4"/>
          <p:cNvSpPr>
            <a:spLocks noGrp="1"/>
          </p:cNvSpPr>
          <p:nvPr>
            <p:ph type="ftr" sz="quarter" idx="3"/>
          </p:nvPr>
        </p:nvSpPr>
        <p:spPr>
          <a:xfrm>
            <a:off x="685347" y="5883278"/>
            <a:ext cx="5004649" cy="365125"/>
          </a:xfrm>
          <a:prstGeom prst="rect">
            <a:avLst/>
          </a:prstGeom>
        </p:spPr>
        <p:txBody>
          <a:bodyPr vert="horz" lIns="91440" tIns="45720" rIns="91440" bIns="45720" rtlCol="0" anchor="ctr"/>
          <a:lstStyle>
            <a:lvl1pPr algn="l">
              <a:defRPr sz="750">
                <a:solidFill>
                  <a:schemeClr val="tx1">
                    <a:tint val="75000"/>
                  </a:schemeClr>
                </a:solidFill>
                <a:latin typeface="Arial" panose="020B0604020202020204" pitchFamily="34" charset="0"/>
                <a:cs typeface="Arial" panose="020B0604020202020204" pitchFamily="34" charset="0"/>
              </a:defRPr>
            </a:lvl1pPr>
          </a:lstStyle>
          <a:p>
            <a:pPr defTabSz="342900" eaLnBrk="1" fontAlgn="auto" hangingPunct="1">
              <a:spcBef>
                <a:spcPts val="0"/>
              </a:spcBef>
              <a:spcAft>
                <a:spcPts val="0"/>
              </a:spcAft>
            </a:pPr>
            <a:endParaRPr lang="en-US" dirty="0">
              <a:solidFill>
                <a:prstClr val="white">
                  <a:tint val="75000"/>
                </a:prstClr>
              </a:solidFill>
            </a:endParaRPr>
          </a:p>
        </p:txBody>
      </p:sp>
      <p:sp>
        <p:nvSpPr>
          <p:cNvPr id="6" name="Slide Number Placeholder 5"/>
          <p:cNvSpPr>
            <a:spLocks noGrp="1"/>
          </p:cNvSpPr>
          <p:nvPr>
            <p:ph type="sldNum" sz="quarter" idx="4"/>
          </p:nvPr>
        </p:nvSpPr>
        <p:spPr>
          <a:xfrm>
            <a:off x="7885510" y="5883278"/>
            <a:ext cx="565159" cy="365125"/>
          </a:xfrm>
          <a:prstGeom prst="rect">
            <a:avLst/>
          </a:prstGeom>
        </p:spPr>
        <p:txBody>
          <a:bodyPr vert="horz" lIns="91440" tIns="45720" rIns="91440" bIns="45720" rtlCol="0" anchor="ctr"/>
          <a:lstStyle>
            <a:lvl1pPr algn="r">
              <a:defRPr sz="750">
                <a:solidFill>
                  <a:schemeClr val="tx1">
                    <a:tint val="75000"/>
                  </a:schemeClr>
                </a:solidFill>
                <a:latin typeface="Arial" panose="020B0604020202020204" pitchFamily="34" charset="0"/>
                <a:cs typeface="Arial" panose="020B0604020202020204" pitchFamily="34" charset="0"/>
              </a:defRPr>
            </a:lvl1pPr>
          </a:lstStyle>
          <a:p>
            <a:pPr defTabSz="342900" eaLnBrk="1" fontAlgn="auto" hangingPunct="1">
              <a:spcBef>
                <a:spcPts val="0"/>
              </a:spcBef>
              <a:spcAft>
                <a:spcPts val="0"/>
              </a:spcAft>
            </a:pPr>
            <a:fld id="{6D22F896-40B5-4ADD-8801-0D06FADFA095}" type="slidenum">
              <a:rPr lang="en-US" smtClean="0">
                <a:solidFill>
                  <a:prstClr val="white">
                    <a:tint val="75000"/>
                  </a:prstClr>
                </a:solidFill>
              </a:rPr>
              <a:pPr defTabSz="342900" eaLnBrk="1" fontAlgn="auto" hangingPunct="1">
                <a:spcBef>
                  <a:spcPts val="0"/>
                </a:spcBef>
                <a:spcAft>
                  <a:spcPts val="0"/>
                </a:spcAft>
              </a:pPr>
              <a:t>‹#›</a:t>
            </a:fld>
            <a:endParaRPr lang="en-US" dirty="0">
              <a:solidFill>
                <a:prstClr val="white">
                  <a:tint val="75000"/>
                </a:prstClr>
              </a:solidFill>
            </a:endParaRPr>
          </a:p>
        </p:txBody>
      </p:sp>
      <p:pic>
        <p:nvPicPr>
          <p:cNvPr id="7" name="Picture 6" descr="\\161.9.45.212\samba\new niat logo.jpg"/>
          <p:cNvPicPr>
            <a:picLocks noChangeAspect="1" noChangeArrowheads="1"/>
          </p:cNvPicPr>
          <p:nvPr/>
        </p:nvPicPr>
        <p:blipFill>
          <a:blip r:embed="rId5" cstate="print">
            <a:clrChange>
              <a:clrFrom>
                <a:srgbClr val="FDFCFB"/>
              </a:clrFrom>
              <a:clrTo>
                <a:srgbClr val="FDFCFB">
                  <a:alpha val="0"/>
                </a:srgbClr>
              </a:clrTo>
            </a:clrChange>
          </a:blip>
          <a:srcRect/>
          <a:stretch>
            <a:fillRect/>
          </a:stretch>
        </p:blipFill>
        <p:spPr bwMode="auto">
          <a:xfrm>
            <a:off x="8534400" y="0"/>
            <a:ext cx="609600" cy="742950"/>
          </a:xfrm>
          <a:prstGeom prst="rect">
            <a:avLst/>
          </a:prstGeom>
          <a:noFill/>
          <a:ln w="9525">
            <a:noFill/>
            <a:miter lim="800000"/>
            <a:headEnd/>
            <a:tailEnd/>
          </a:ln>
        </p:spPr>
      </p:pic>
      <p:pic>
        <p:nvPicPr>
          <p:cNvPr id="10" name="Picture 9">
            <a:extLst>
              <a:ext uri="{FF2B5EF4-FFF2-40B4-BE49-F238E27FC236}">
                <a16:creationId xmlns:a16="http://schemas.microsoft.com/office/drawing/2014/main" id="{894C922D-A638-48BC-B925-119F0B985CAD}"/>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52400" y="-76200"/>
            <a:ext cx="1047751" cy="838201"/>
          </a:xfrm>
          <a:prstGeom prst="rect">
            <a:avLst/>
          </a:prstGeom>
        </p:spPr>
      </p:pic>
    </p:spTree>
    <p:extLst>
      <p:ext uri="{BB962C8B-B14F-4D97-AF65-F5344CB8AC3E}">
        <p14:creationId xmlns:p14="http://schemas.microsoft.com/office/powerpoint/2010/main" val="3327714114"/>
      </p:ext>
    </p:extLst>
  </p:cSld>
  <p:clrMap bg1="dk1" tx1="lt1" bg2="dk2" tx2="lt2" accent1="accent1" accent2="accent2" accent3="accent3" accent4="accent4" accent5="accent5" accent6="accent6" hlink="hlink" folHlink="folHlink"/>
  <p:sldLayoutIdLst>
    <p:sldLayoutId id="2147489524" r:id="rId1"/>
    <p:sldLayoutId id="2147489525" r:id="rId2"/>
  </p:sldLayoutIdLst>
  <p:hf sldNum="0" hdr="0" ftr="0" dt="0"/>
  <p:txStyles>
    <p:titleStyle>
      <a:lvl1pPr algn="ctr" defTabSz="685800" rtl="0" eaLnBrk="1" latinLnBrk="0" hangingPunct="1">
        <a:lnSpc>
          <a:spcPct val="90000"/>
        </a:lnSpc>
        <a:spcBef>
          <a:spcPct val="0"/>
        </a:spcBef>
        <a:buNone/>
        <a:defRPr sz="3200" b="1" i="0" u="sng" kern="1200" cap="all">
          <a:solidFill>
            <a:srgbClr val="FFFF00"/>
          </a:solidFill>
          <a:effectLst>
            <a:outerShdw blurRad="50800" dist="63500" dir="2700000" algn="tl" rotWithShape="0">
              <a:srgbClr val="000000">
                <a:alpha val="48000"/>
              </a:srgbClr>
            </a:outerShdw>
          </a:effectLst>
          <a:latin typeface="Arial" panose="020B0604020202020204" pitchFamily="34" charset="0"/>
          <a:ea typeface="+mj-ea"/>
          <a:cs typeface="Arial" panose="020B0604020202020204" pitchFamily="34" charset="0"/>
        </a:defRPr>
      </a:lvl1pPr>
    </p:titleStyle>
    <p:bodyStyle>
      <a:lvl1pPr marL="171450" indent="-171450" algn="l" defTabSz="685800" rtl="0" eaLnBrk="1" latinLnBrk="0" hangingPunct="1">
        <a:lnSpc>
          <a:spcPct val="120000"/>
        </a:lnSpc>
        <a:spcBef>
          <a:spcPts val="750"/>
        </a:spcBef>
        <a:buFont typeface="Arial" panose="020B0604020202020204" pitchFamily="34" charset="0"/>
        <a:buChar char="•"/>
        <a:defRPr sz="1500" kern="1200">
          <a:solidFill>
            <a:schemeClr val="tx1"/>
          </a:solidFill>
          <a:effectLst>
            <a:outerShdw blurRad="50800" dist="38100" dir="2700000" algn="tl" rotWithShape="0">
              <a:srgbClr val="000000">
                <a:alpha val="48000"/>
              </a:srgbClr>
            </a:outerShdw>
          </a:effectLst>
          <a:latin typeface="Arial" panose="020B0604020202020204" pitchFamily="34" charset="0"/>
          <a:ea typeface="+mn-ea"/>
          <a:cs typeface="Arial" panose="020B0604020202020204" pitchFamily="34" charset="0"/>
        </a:defRPr>
      </a:lvl1pPr>
      <a:lvl2pPr marL="514350" indent="-171450" algn="l" defTabSz="685800" rtl="0" eaLnBrk="1" latinLnBrk="0" hangingPunct="1">
        <a:lnSpc>
          <a:spcPct val="120000"/>
        </a:lnSpc>
        <a:spcBef>
          <a:spcPts val="375"/>
        </a:spcBef>
        <a:buFont typeface="Arial" panose="020B0604020202020204" pitchFamily="34" charset="0"/>
        <a:buChar char="•"/>
        <a:defRPr sz="1350" kern="1200">
          <a:solidFill>
            <a:schemeClr val="tx1"/>
          </a:solidFill>
          <a:effectLst>
            <a:outerShdw blurRad="50800" dist="38100" dir="2700000" algn="tl" rotWithShape="0">
              <a:srgbClr val="000000">
                <a:alpha val="48000"/>
              </a:srgbClr>
            </a:outerShdw>
          </a:effectLst>
          <a:latin typeface="Arial" panose="020B0604020202020204" pitchFamily="34" charset="0"/>
          <a:ea typeface="+mn-ea"/>
          <a:cs typeface="Arial" panose="020B0604020202020204" pitchFamily="34" charset="0"/>
        </a:defRPr>
      </a:lvl2pPr>
      <a:lvl3pPr marL="857250" indent="-171450" algn="l" defTabSz="685800" rtl="0" eaLnBrk="1" latinLnBrk="0" hangingPunct="1">
        <a:lnSpc>
          <a:spcPct val="120000"/>
        </a:lnSpc>
        <a:spcBef>
          <a:spcPts val="375"/>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Arial" panose="020B0604020202020204" pitchFamily="34" charset="0"/>
          <a:ea typeface="+mn-ea"/>
          <a:cs typeface="Arial" panose="020B0604020202020204" pitchFamily="34" charset="0"/>
        </a:defRPr>
      </a:lvl3pPr>
      <a:lvl4pPr marL="1200150" indent="-171450" algn="l" defTabSz="685800" rtl="0" eaLnBrk="1" latinLnBrk="0" hangingPunct="1">
        <a:lnSpc>
          <a:spcPct val="120000"/>
        </a:lnSpc>
        <a:spcBef>
          <a:spcPts val="375"/>
        </a:spcBef>
        <a:buFont typeface="Arial" panose="020B0604020202020204" pitchFamily="34" charset="0"/>
        <a:buChar char="•"/>
        <a:defRPr sz="1050" kern="1200">
          <a:solidFill>
            <a:schemeClr val="tx1"/>
          </a:solidFill>
          <a:effectLst>
            <a:outerShdw blurRad="50800" dist="38100" dir="2700000" algn="tl" rotWithShape="0">
              <a:srgbClr val="000000">
                <a:alpha val="48000"/>
              </a:srgbClr>
            </a:outerShdw>
          </a:effectLst>
          <a:latin typeface="Arial" panose="020B0604020202020204" pitchFamily="34" charset="0"/>
          <a:ea typeface="+mn-ea"/>
          <a:cs typeface="Arial" panose="020B0604020202020204" pitchFamily="34" charset="0"/>
        </a:defRPr>
      </a:lvl4pPr>
      <a:lvl5pPr marL="1543050" indent="-171450" algn="l" defTabSz="685800" rtl="0" eaLnBrk="1" latinLnBrk="0" hangingPunct="1">
        <a:lnSpc>
          <a:spcPct val="120000"/>
        </a:lnSpc>
        <a:spcBef>
          <a:spcPts val="375"/>
        </a:spcBef>
        <a:buFont typeface="Arial" panose="020B0604020202020204" pitchFamily="34" charset="0"/>
        <a:buChar char="•"/>
        <a:defRPr sz="900" kern="1200">
          <a:solidFill>
            <a:schemeClr val="tx1"/>
          </a:solidFill>
          <a:effectLst>
            <a:outerShdw blurRad="50800" dist="38100" dir="2700000" algn="tl" rotWithShape="0">
              <a:srgbClr val="000000">
                <a:alpha val="48000"/>
              </a:srgbClr>
            </a:outerShdw>
          </a:effectLst>
          <a:latin typeface="Arial" panose="020B0604020202020204" pitchFamily="34" charset="0"/>
          <a:ea typeface="+mn-ea"/>
          <a:cs typeface="Arial" panose="020B0604020202020204" pitchFamily="34" charset="0"/>
        </a:defRPr>
      </a:lvl5pPr>
      <a:lvl6pPr marL="1885950" indent="-171450" algn="l" defTabSz="685800" rtl="0" eaLnBrk="1" latinLnBrk="0" hangingPunct="1">
        <a:lnSpc>
          <a:spcPct val="120000"/>
        </a:lnSpc>
        <a:spcBef>
          <a:spcPts val="375"/>
        </a:spcBef>
        <a:buFont typeface="Arial" panose="020B0604020202020204" pitchFamily="34" charset="0"/>
        <a:buChar char="•"/>
        <a:defRPr sz="900" kern="1200">
          <a:solidFill>
            <a:schemeClr val="tx1"/>
          </a:solidFill>
          <a:effectLst>
            <a:outerShdw blurRad="50800" dist="38100" dir="2700000" algn="tl" rotWithShape="0">
              <a:srgbClr val="000000">
                <a:alpha val="48000"/>
              </a:srgbClr>
            </a:outerShdw>
          </a:effectLst>
          <a:latin typeface="+mn-lt"/>
          <a:ea typeface="+mn-ea"/>
          <a:cs typeface="+mn-cs"/>
        </a:defRPr>
      </a:lvl6pPr>
      <a:lvl7pPr marL="2228850" indent="-171450" algn="l" defTabSz="685800" rtl="0" eaLnBrk="1" latinLnBrk="0" hangingPunct="1">
        <a:lnSpc>
          <a:spcPct val="120000"/>
        </a:lnSpc>
        <a:spcBef>
          <a:spcPts val="375"/>
        </a:spcBef>
        <a:buFont typeface="Arial" panose="020B0604020202020204" pitchFamily="34" charset="0"/>
        <a:buChar char="•"/>
        <a:defRPr sz="900" kern="1200">
          <a:solidFill>
            <a:schemeClr val="tx1"/>
          </a:solidFill>
          <a:effectLst>
            <a:outerShdw blurRad="50800" dist="38100" dir="2700000" algn="tl" rotWithShape="0">
              <a:srgbClr val="000000">
                <a:alpha val="48000"/>
              </a:srgbClr>
            </a:outerShdw>
          </a:effectLst>
          <a:latin typeface="+mn-lt"/>
          <a:ea typeface="+mn-ea"/>
          <a:cs typeface="+mn-cs"/>
        </a:defRPr>
      </a:lvl7pPr>
      <a:lvl8pPr marL="2571750" indent="-171450" algn="l" defTabSz="685800" rtl="0" eaLnBrk="1" latinLnBrk="0" hangingPunct="1">
        <a:lnSpc>
          <a:spcPct val="120000"/>
        </a:lnSpc>
        <a:spcBef>
          <a:spcPts val="375"/>
        </a:spcBef>
        <a:buFont typeface="Arial" panose="020B0604020202020204" pitchFamily="34" charset="0"/>
        <a:buChar char="•"/>
        <a:defRPr sz="900" kern="1200">
          <a:solidFill>
            <a:schemeClr val="tx1"/>
          </a:solidFill>
          <a:effectLst>
            <a:outerShdw blurRad="50800" dist="38100" dir="2700000" algn="tl" rotWithShape="0">
              <a:srgbClr val="000000">
                <a:alpha val="48000"/>
              </a:srgbClr>
            </a:outerShdw>
          </a:effectLst>
          <a:latin typeface="+mn-lt"/>
          <a:ea typeface="+mn-ea"/>
          <a:cs typeface="+mn-cs"/>
        </a:defRPr>
      </a:lvl8pPr>
      <a:lvl9pPr marL="2914650" indent="-171450" algn="l" defTabSz="685800" rtl="0" eaLnBrk="1" latinLnBrk="0" hangingPunct="1">
        <a:lnSpc>
          <a:spcPct val="120000"/>
        </a:lnSpc>
        <a:spcBef>
          <a:spcPts val="375"/>
        </a:spcBef>
        <a:buFont typeface="Arial" panose="020B0604020202020204" pitchFamily="34" charset="0"/>
        <a:buChar char="•"/>
        <a:defRPr sz="900" kern="1200">
          <a:solidFill>
            <a:schemeClr val="tx1"/>
          </a:solidFill>
          <a:effectLst>
            <a:outerShdw blurRad="50800" dist="38100" dir="2700000" algn="tl" rotWithShape="0">
              <a:srgbClr val="000000">
                <a:alpha val="48000"/>
              </a:srgbClr>
            </a:outerShdw>
          </a:effectLst>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0.gif"/><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1.gif"/><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3.jpeg"/><Relationship Id="rId7" Type="http://schemas.openxmlformats.org/officeDocument/2006/relationships/image" Target="../media/image16.png"/><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image" Target="../media/image4.jpeg"/><Relationship Id="rId5" Type="http://schemas.openxmlformats.org/officeDocument/2006/relationships/image" Target="../media/image15.jpeg"/><Relationship Id="rId4" Type="http://schemas.openxmlformats.org/officeDocument/2006/relationships/image" Target="../media/image1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689339" y="426279"/>
            <a:ext cx="7765321" cy="2426657"/>
          </a:xfrm>
        </p:spPr>
        <p:txBody>
          <a:bodyPr>
            <a:normAutofit/>
          </a:bodyPr>
          <a:lstStyle/>
          <a:p>
            <a:r>
              <a:rPr lang="en-IN" dirty="0">
                <a:effectLst/>
              </a:rPr>
              <a:t>Identification of </a:t>
            </a:r>
            <a:r>
              <a:rPr lang="en-IN">
                <a:effectLst/>
              </a:rPr>
              <a:t>various structural parts</a:t>
            </a:r>
            <a:endParaRPr lang="en-IN" dirty="0">
              <a:effectLst/>
            </a:endParaRPr>
          </a:p>
        </p:txBody>
      </p:sp>
      <p:sp>
        <p:nvSpPr>
          <p:cNvPr id="8" name="TextBox 7"/>
          <p:cNvSpPr txBox="1"/>
          <p:nvPr/>
        </p:nvSpPr>
        <p:spPr>
          <a:xfrm>
            <a:off x="179512" y="4941168"/>
            <a:ext cx="4740824" cy="830997"/>
          </a:xfrm>
          <a:prstGeom prst="rect">
            <a:avLst/>
          </a:prstGeom>
          <a:noFill/>
        </p:spPr>
        <p:txBody>
          <a:bodyPr wrap="square" rtlCol="0">
            <a:spAutoFit/>
          </a:bodyPr>
          <a:lstStyle/>
          <a:p>
            <a:r>
              <a:rPr lang="en-US" sz="2400" b="1" u="sng" dirty="0">
                <a:solidFill>
                  <a:srgbClr val="FFFF00"/>
                </a:solidFill>
              </a:rPr>
              <a:t>Presented by</a:t>
            </a:r>
            <a:r>
              <a:rPr lang="en-US" sz="2400" b="1" dirty="0">
                <a:solidFill>
                  <a:srgbClr val="FFFF00"/>
                </a:solidFill>
              </a:rPr>
              <a:t>:</a:t>
            </a:r>
            <a:endParaRPr lang="en-US" sz="2400" b="1" u="sng" dirty="0">
              <a:solidFill>
                <a:srgbClr val="FFFF00"/>
              </a:solidFill>
            </a:endParaRPr>
          </a:p>
          <a:p>
            <a:r>
              <a:rPr lang="en-US" sz="2400" b="1" dirty="0" err="1">
                <a:solidFill>
                  <a:srgbClr val="FFFF00"/>
                </a:solidFill>
              </a:rPr>
              <a:t>SLt</a:t>
            </a:r>
            <a:r>
              <a:rPr lang="en-US" sz="2400" b="1" dirty="0">
                <a:solidFill>
                  <a:srgbClr val="FFFF00"/>
                </a:solidFill>
              </a:rPr>
              <a:t> Viraj </a:t>
            </a:r>
            <a:r>
              <a:rPr lang="en-US" sz="2400" b="1" dirty="0" err="1">
                <a:solidFill>
                  <a:srgbClr val="FFFF00"/>
                </a:solidFill>
              </a:rPr>
              <a:t>Simpi</a:t>
            </a:r>
            <a:endParaRPr lang="en-IN" sz="2400" b="1" dirty="0">
              <a:solidFill>
                <a:srgbClr val="FFFF00"/>
              </a:solidFill>
            </a:endParaRPr>
          </a:p>
        </p:txBody>
      </p:sp>
      <p:sp>
        <p:nvSpPr>
          <p:cNvPr id="9" name="TextBox 8"/>
          <p:cNvSpPr txBox="1"/>
          <p:nvPr/>
        </p:nvSpPr>
        <p:spPr>
          <a:xfrm>
            <a:off x="5148064" y="4941169"/>
            <a:ext cx="3995936" cy="830997"/>
          </a:xfrm>
          <a:prstGeom prst="rect">
            <a:avLst/>
          </a:prstGeom>
          <a:noFill/>
        </p:spPr>
        <p:txBody>
          <a:bodyPr wrap="square" rtlCol="0">
            <a:spAutoFit/>
          </a:bodyPr>
          <a:lstStyle/>
          <a:p>
            <a:r>
              <a:rPr lang="en-US" sz="2400" b="1" u="sng" dirty="0">
                <a:solidFill>
                  <a:srgbClr val="FFFF00"/>
                </a:solidFill>
              </a:rPr>
              <a:t>Vetted By</a:t>
            </a:r>
            <a:r>
              <a:rPr lang="en-US" sz="2400" b="1" dirty="0">
                <a:solidFill>
                  <a:srgbClr val="FFFF00"/>
                </a:solidFill>
              </a:rPr>
              <a:t>:</a:t>
            </a:r>
            <a:endParaRPr lang="en-US" sz="2400" b="1" u="sng" dirty="0">
              <a:solidFill>
                <a:srgbClr val="FFFF00"/>
              </a:solidFill>
            </a:endParaRPr>
          </a:p>
          <a:p>
            <a:r>
              <a:rPr lang="en-US" sz="2400" b="1" dirty="0">
                <a:solidFill>
                  <a:srgbClr val="FFFF00"/>
                </a:solidFill>
              </a:rPr>
              <a:t>Commander. Vivek Ratee</a:t>
            </a:r>
            <a:endParaRPr lang="en-IN" sz="2400" b="1" dirty="0">
              <a:solidFill>
                <a:srgbClr val="FFFF00"/>
              </a:solidFill>
            </a:endParaRPr>
          </a:p>
        </p:txBody>
      </p:sp>
      <p:pic>
        <p:nvPicPr>
          <p:cNvPr id="2" name="Picture 2" descr="\\161.9.45.212\samba\IT Cell\niat log.jpg">
            <a:extLst>
              <a:ext uri="{FF2B5EF4-FFF2-40B4-BE49-F238E27FC236}">
                <a16:creationId xmlns:a16="http://schemas.microsoft.com/office/drawing/2014/main" id="{E2E75F73-E69C-4E7B-966F-D7BBD70E2FC2}"/>
              </a:ext>
            </a:extLst>
          </p:cNvPr>
          <p:cNvPicPr>
            <a:picLocks noChangeAspect="1" noChangeArrowheads="1"/>
          </p:cNvPicPr>
          <p:nvPr/>
        </p:nvPicPr>
        <p:blipFill>
          <a:blip r:embed="rId3" cstate="print">
            <a:clrChange>
              <a:clrFrom>
                <a:srgbClr val="FDFDFD"/>
              </a:clrFrom>
              <a:clrTo>
                <a:srgbClr val="FDFDFD">
                  <a:alpha val="0"/>
                </a:srgbClr>
              </a:clrTo>
            </a:clrChange>
          </a:blip>
          <a:stretch>
            <a:fillRect/>
          </a:stretch>
        </p:blipFill>
        <p:spPr bwMode="auto">
          <a:xfrm>
            <a:off x="3809999" y="2476500"/>
            <a:ext cx="1524000" cy="19050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0"/>
            <a:ext cx="7772400" cy="1470025"/>
          </a:xfrm>
        </p:spPr>
        <p:txBody>
          <a:bodyPr/>
          <a:lstStyle/>
          <a:p>
            <a:r>
              <a:rPr lang="en-US" dirty="0"/>
              <a:t>introduction</a:t>
            </a:r>
            <a:br>
              <a:rPr lang="en-US" dirty="0"/>
            </a:br>
            <a:endParaRPr lang="en-IN" dirty="0"/>
          </a:p>
        </p:txBody>
      </p:sp>
      <p:sp>
        <p:nvSpPr>
          <p:cNvPr id="3" name="Subtitle 2"/>
          <p:cNvSpPr>
            <a:spLocks noGrp="1"/>
          </p:cNvSpPr>
          <p:nvPr>
            <p:ph type="subTitle" idx="1"/>
          </p:nvPr>
        </p:nvSpPr>
        <p:spPr>
          <a:xfrm>
            <a:off x="6096" y="838200"/>
            <a:ext cx="10509504" cy="2819400"/>
          </a:xfrm>
        </p:spPr>
        <p:txBody>
          <a:bodyPr>
            <a:noAutofit/>
          </a:bodyPr>
          <a:lstStyle/>
          <a:p>
            <a:pPr marL="285750" indent="-285750" algn="l">
              <a:lnSpc>
                <a:spcPct val="100000"/>
              </a:lnSpc>
              <a:buFont typeface="Wingdings" pitchFamily="2" charset="2"/>
              <a:buChar char="Ø"/>
            </a:pPr>
            <a:endParaRPr lang="en-US" sz="2800" dirty="0"/>
          </a:p>
          <a:p>
            <a:pPr marL="285750" indent="-285750" algn="l">
              <a:lnSpc>
                <a:spcPct val="100000"/>
              </a:lnSpc>
              <a:buFont typeface="Wingdings" pitchFamily="2" charset="2"/>
              <a:buChar char="Ø"/>
            </a:pPr>
            <a:endParaRPr lang="en-US" sz="2800" dirty="0"/>
          </a:p>
          <a:p>
            <a:pPr marL="285750" indent="-285750" algn="l">
              <a:lnSpc>
                <a:spcPct val="100000"/>
              </a:lnSpc>
              <a:buFont typeface="Wingdings" pitchFamily="2" charset="2"/>
              <a:buChar char="Ø"/>
            </a:pPr>
            <a:endParaRPr lang="en-US" sz="2800" dirty="0"/>
          </a:p>
          <a:p>
            <a:pPr marL="285750" indent="-285750" algn="l">
              <a:lnSpc>
                <a:spcPct val="100000"/>
              </a:lnSpc>
            </a:pPr>
            <a:endParaRPr lang="en-US" sz="2800" dirty="0"/>
          </a:p>
          <a:p>
            <a:pPr marL="285750" indent="-285750" algn="l">
              <a:lnSpc>
                <a:spcPct val="100000"/>
              </a:lnSpc>
            </a:pPr>
            <a:endParaRPr lang="en-US" sz="2800" i="1" dirty="0"/>
          </a:p>
          <a:p>
            <a:pPr marL="285750" indent="-285750" algn="l">
              <a:lnSpc>
                <a:spcPct val="100000"/>
              </a:lnSpc>
              <a:buFont typeface="Wingdings" pitchFamily="2" charset="2"/>
              <a:buChar char="Ø"/>
            </a:pPr>
            <a:endParaRPr lang="en-IN" sz="2800" dirty="0"/>
          </a:p>
        </p:txBody>
      </p:sp>
      <p:pic>
        <p:nvPicPr>
          <p:cNvPr id="4" name="Picture 3">
            <a:extLst>
              <a:ext uri="{FF2B5EF4-FFF2-40B4-BE49-F238E27FC236}">
                <a16:creationId xmlns:a16="http://schemas.microsoft.com/office/drawing/2014/main" id="{8065B865-DC57-426E-9C86-1EE74DF80492}"/>
              </a:ext>
            </a:extLst>
          </p:cNvPr>
          <p:cNvPicPr>
            <a:picLocks noChangeAspect="1"/>
          </p:cNvPicPr>
          <p:nvPr/>
        </p:nvPicPr>
        <p:blipFill rotWithShape="1">
          <a:blip r:embed="rId3"/>
          <a:srcRect l="7505" t="20371" r="4103" b="18889"/>
          <a:stretch/>
        </p:blipFill>
        <p:spPr>
          <a:xfrm>
            <a:off x="0" y="842009"/>
            <a:ext cx="9137904" cy="6038963"/>
          </a:xfrm>
          <a:prstGeom prst="rect">
            <a:avLst/>
          </a:prstGeom>
        </p:spPr>
      </p:pic>
    </p:spTree>
    <p:extLst>
      <p:ext uri="{BB962C8B-B14F-4D97-AF65-F5344CB8AC3E}">
        <p14:creationId xmlns:p14="http://schemas.microsoft.com/office/powerpoint/2010/main" val="2841916114"/>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0"/>
            <a:ext cx="7772400" cy="1470025"/>
          </a:xfrm>
        </p:spPr>
        <p:txBody>
          <a:bodyPr/>
          <a:lstStyle/>
          <a:p>
            <a:r>
              <a:rPr lang="en-US" dirty="0"/>
              <a:t>aileron</a:t>
            </a:r>
            <a:br>
              <a:rPr lang="en-US" dirty="0"/>
            </a:br>
            <a:endParaRPr lang="en-IN" dirty="0"/>
          </a:p>
        </p:txBody>
      </p:sp>
      <p:sp>
        <p:nvSpPr>
          <p:cNvPr id="3" name="Subtitle 2"/>
          <p:cNvSpPr>
            <a:spLocks noGrp="1"/>
          </p:cNvSpPr>
          <p:nvPr>
            <p:ph type="subTitle" idx="1"/>
          </p:nvPr>
        </p:nvSpPr>
        <p:spPr>
          <a:xfrm>
            <a:off x="0" y="0"/>
            <a:ext cx="8985504" cy="6477000"/>
          </a:xfrm>
        </p:spPr>
        <p:txBody>
          <a:bodyPr>
            <a:noAutofit/>
          </a:bodyPr>
          <a:lstStyle/>
          <a:p>
            <a:pPr marL="285750" indent="-285750" algn="l">
              <a:lnSpc>
                <a:spcPct val="100000"/>
              </a:lnSpc>
              <a:buFont typeface="Wingdings" pitchFamily="2" charset="2"/>
              <a:buChar char="Ø"/>
            </a:pPr>
            <a:endParaRPr lang="en-US" sz="2800" dirty="0"/>
          </a:p>
          <a:p>
            <a:pPr marL="285750" indent="-285750" algn="l">
              <a:lnSpc>
                <a:spcPct val="100000"/>
              </a:lnSpc>
            </a:pPr>
            <a:endParaRPr lang="en-US" sz="2800" dirty="0"/>
          </a:p>
          <a:p>
            <a:pPr marL="285750" indent="-285750" algn="l">
              <a:lnSpc>
                <a:spcPct val="100000"/>
              </a:lnSpc>
              <a:buFont typeface="Wingdings" pitchFamily="2" charset="2"/>
              <a:buChar char="Ø"/>
            </a:pPr>
            <a:r>
              <a:rPr lang="en-US" sz="3200" dirty="0"/>
              <a:t>The ailerons are located at the rear of the wing, typically one on each side. </a:t>
            </a:r>
          </a:p>
          <a:p>
            <a:pPr marL="285750" indent="-285750" algn="l">
              <a:lnSpc>
                <a:spcPct val="100000"/>
              </a:lnSpc>
              <a:buFont typeface="Wingdings" pitchFamily="2" charset="2"/>
              <a:buChar char="Ø"/>
            </a:pPr>
            <a:r>
              <a:rPr lang="en-US" sz="3200" dirty="0"/>
              <a:t>They work opposite to each other, meaning that when one is raised, the other is lowered. </a:t>
            </a:r>
          </a:p>
          <a:p>
            <a:pPr marL="285750" indent="-285750" algn="l">
              <a:lnSpc>
                <a:spcPct val="100000"/>
              </a:lnSpc>
              <a:buFont typeface="Wingdings" pitchFamily="2" charset="2"/>
              <a:buChar char="Ø"/>
            </a:pPr>
            <a:endParaRPr lang="en-US" sz="2800" dirty="0"/>
          </a:p>
          <a:p>
            <a:pPr marL="285750" indent="-285750" algn="l">
              <a:lnSpc>
                <a:spcPct val="100000"/>
              </a:lnSpc>
              <a:buFont typeface="Wingdings" pitchFamily="2" charset="2"/>
              <a:buChar char="Ø"/>
            </a:pPr>
            <a:endParaRPr lang="en-US" sz="2800" dirty="0"/>
          </a:p>
          <a:p>
            <a:pPr marL="285750" indent="-285750" algn="l">
              <a:lnSpc>
                <a:spcPct val="100000"/>
              </a:lnSpc>
            </a:pPr>
            <a:endParaRPr lang="en-US" sz="2800" dirty="0"/>
          </a:p>
          <a:p>
            <a:pPr marL="285750" indent="-285750" algn="l">
              <a:lnSpc>
                <a:spcPct val="100000"/>
              </a:lnSpc>
            </a:pPr>
            <a:endParaRPr lang="en-US" sz="2800" i="1" dirty="0"/>
          </a:p>
          <a:p>
            <a:pPr marL="285750" indent="-285750" algn="l">
              <a:lnSpc>
                <a:spcPct val="100000"/>
              </a:lnSpc>
              <a:buFont typeface="Wingdings" pitchFamily="2" charset="2"/>
              <a:buChar char="Ø"/>
            </a:pPr>
            <a:endParaRPr lang="en-IN" sz="2800" dirty="0"/>
          </a:p>
        </p:txBody>
      </p:sp>
      <p:pic>
        <p:nvPicPr>
          <p:cNvPr id="8" name="Picture 2" descr="Aerospaceweb.org | Ask Us - Origins of Control Surfaces">
            <a:extLst>
              <a:ext uri="{FF2B5EF4-FFF2-40B4-BE49-F238E27FC236}">
                <a16:creationId xmlns:a16="http://schemas.microsoft.com/office/drawing/2014/main" id="{19846FA3-CD21-49C7-84BC-31397C491EF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73377" y="3429000"/>
            <a:ext cx="5238750" cy="32194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41916114"/>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0"/>
            <a:ext cx="7772400" cy="1470025"/>
          </a:xfrm>
        </p:spPr>
        <p:txBody>
          <a:bodyPr/>
          <a:lstStyle/>
          <a:p>
            <a:r>
              <a:rPr lang="en-US" dirty="0"/>
              <a:t>aileron</a:t>
            </a:r>
            <a:br>
              <a:rPr lang="en-US" dirty="0"/>
            </a:br>
            <a:endParaRPr lang="en-IN" dirty="0"/>
          </a:p>
        </p:txBody>
      </p:sp>
      <p:sp>
        <p:nvSpPr>
          <p:cNvPr id="5" name="Subtitle 4">
            <a:extLst>
              <a:ext uri="{FF2B5EF4-FFF2-40B4-BE49-F238E27FC236}">
                <a16:creationId xmlns:a16="http://schemas.microsoft.com/office/drawing/2014/main" id="{185BD930-D834-4F41-88A5-24549711237B}"/>
              </a:ext>
            </a:extLst>
          </p:cNvPr>
          <p:cNvSpPr>
            <a:spLocks noGrp="1"/>
          </p:cNvSpPr>
          <p:nvPr>
            <p:ph type="subTitle" idx="1"/>
          </p:nvPr>
        </p:nvSpPr>
        <p:spPr>
          <a:xfrm>
            <a:off x="685800" y="1066800"/>
            <a:ext cx="8001000" cy="4571999"/>
          </a:xfrm>
        </p:spPr>
        <p:txBody>
          <a:bodyPr>
            <a:normAutofit/>
          </a:bodyPr>
          <a:lstStyle/>
          <a:p>
            <a:pPr marL="285750" indent="-285750" algn="l">
              <a:lnSpc>
                <a:spcPct val="100000"/>
              </a:lnSpc>
              <a:buFont typeface="Wingdings" pitchFamily="2" charset="2"/>
              <a:buChar char="Ø"/>
            </a:pPr>
            <a:r>
              <a:rPr lang="en-US" sz="2400" dirty="0"/>
              <a:t>Their job is to increase the lift on one wing while reducing the lift on the other. By doing this, they roll the aircraft sideways, causing the aircraft to turn. </a:t>
            </a:r>
          </a:p>
          <a:p>
            <a:pPr marL="285750" indent="-285750" algn="l">
              <a:lnSpc>
                <a:spcPct val="100000"/>
              </a:lnSpc>
              <a:buFont typeface="Wingdings" pitchFamily="2" charset="2"/>
              <a:buChar char="Ø"/>
            </a:pPr>
            <a:r>
              <a:rPr lang="en-US" sz="2400" dirty="0"/>
              <a:t>This is the primary method of steering a fixed-wing aircraft.</a:t>
            </a:r>
          </a:p>
          <a:p>
            <a:endParaRPr lang="en-IN" sz="2400" dirty="0"/>
          </a:p>
        </p:txBody>
      </p:sp>
    </p:spTree>
    <p:extLst>
      <p:ext uri="{BB962C8B-B14F-4D97-AF65-F5344CB8AC3E}">
        <p14:creationId xmlns:p14="http://schemas.microsoft.com/office/powerpoint/2010/main" val="2841916114"/>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0"/>
            <a:ext cx="7772400" cy="1470025"/>
          </a:xfrm>
        </p:spPr>
        <p:txBody>
          <a:bodyPr/>
          <a:lstStyle/>
          <a:p>
            <a:r>
              <a:rPr lang="en-US" dirty="0"/>
              <a:t>antenna</a:t>
            </a:r>
            <a:br>
              <a:rPr lang="en-US" dirty="0"/>
            </a:br>
            <a:endParaRPr lang="en-IN" dirty="0"/>
          </a:p>
        </p:txBody>
      </p:sp>
      <p:sp>
        <p:nvSpPr>
          <p:cNvPr id="3" name="Subtitle 2"/>
          <p:cNvSpPr>
            <a:spLocks noGrp="1"/>
          </p:cNvSpPr>
          <p:nvPr>
            <p:ph type="subTitle" idx="1"/>
          </p:nvPr>
        </p:nvSpPr>
        <p:spPr>
          <a:xfrm>
            <a:off x="6096" y="1143000"/>
            <a:ext cx="9214104" cy="5943600"/>
          </a:xfrm>
        </p:spPr>
        <p:txBody>
          <a:bodyPr>
            <a:noAutofit/>
          </a:bodyPr>
          <a:lstStyle/>
          <a:p>
            <a:pPr marL="457200" indent="-457200" algn="l">
              <a:lnSpc>
                <a:spcPct val="100000"/>
              </a:lnSpc>
              <a:buFont typeface="Wingdings" panose="05000000000000000000" pitchFamily="2" charset="2"/>
              <a:buChar char="Ø"/>
            </a:pPr>
            <a:r>
              <a:rPr lang="en-US" sz="2400" dirty="0"/>
              <a:t>There are numerous radio antennas located around an aircraft, their size and position corresponding to the type of work each antenna must perform and the frequencies being transmitted or received</a:t>
            </a:r>
          </a:p>
          <a:p>
            <a:pPr marL="285750" indent="-285750" algn="l">
              <a:lnSpc>
                <a:spcPct val="100000"/>
              </a:lnSpc>
              <a:buFont typeface="Wingdings" pitchFamily="2" charset="2"/>
              <a:buChar char="Ø"/>
            </a:pPr>
            <a:r>
              <a:rPr lang="en-US" sz="2400" dirty="0"/>
              <a:t>The GPS antenna, for example, is always mounted to the top of an airplane. This is because the GPS satellites are in Space, and therefore always above the aircraft</a:t>
            </a:r>
          </a:p>
          <a:p>
            <a:pPr marL="285750" indent="-285750" algn="l">
              <a:lnSpc>
                <a:spcPct val="100000"/>
              </a:lnSpc>
            </a:pPr>
            <a:endParaRPr lang="en-US" sz="2400" dirty="0"/>
          </a:p>
          <a:p>
            <a:pPr marL="285750" indent="-285750" algn="l">
              <a:lnSpc>
                <a:spcPct val="100000"/>
              </a:lnSpc>
            </a:pPr>
            <a:endParaRPr lang="en-US" sz="2400" i="1" dirty="0"/>
          </a:p>
          <a:p>
            <a:pPr marL="285750" indent="-285750" algn="l">
              <a:lnSpc>
                <a:spcPct val="100000"/>
              </a:lnSpc>
              <a:buFont typeface="Wingdings" pitchFamily="2" charset="2"/>
              <a:buChar char="Ø"/>
            </a:pPr>
            <a:endParaRPr lang="en-IN" sz="2400" dirty="0"/>
          </a:p>
        </p:txBody>
      </p:sp>
    </p:spTree>
    <p:extLst>
      <p:ext uri="{BB962C8B-B14F-4D97-AF65-F5344CB8AC3E}">
        <p14:creationId xmlns:p14="http://schemas.microsoft.com/office/powerpoint/2010/main" val="2841916114"/>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0"/>
            <a:ext cx="7772400" cy="1470025"/>
          </a:xfrm>
        </p:spPr>
        <p:txBody>
          <a:bodyPr/>
          <a:lstStyle/>
          <a:p>
            <a:r>
              <a:rPr lang="en-US" dirty="0"/>
              <a:t>antenna</a:t>
            </a:r>
            <a:br>
              <a:rPr lang="en-US" dirty="0"/>
            </a:br>
            <a:endParaRPr lang="en-IN" dirty="0"/>
          </a:p>
        </p:txBody>
      </p:sp>
      <p:sp>
        <p:nvSpPr>
          <p:cNvPr id="3" name="Subtitle 2"/>
          <p:cNvSpPr>
            <a:spLocks noGrp="1"/>
          </p:cNvSpPr>
          <p:nvPr>
            <p:ph type="subTitle" idx="1"/>
          </p:nvPr>
        </p:nvSpPr>
        <p:spPr>
          <a:xfrm>
            <a:off x="6096" y="838200"/>
            <a:ext cx="8985504" cy="5562600"/>
          </a:xfrm>
        </p:spPr>
        <p:txBody>
          <a:bodyPr>
            <a:noAutofit/>
          </a:bodyPr>
          <a:lstStyle/>
          <a:p>
            <a:pPr marL="285750" indent="-285750" algn="l">
              <a:lnSpc>
                <a:spcPct val="100000"/>
              </a:lnSpc>
              <a:buFont typeface="Wingdings" pitchFamily="2" charset="2"/>
              <a:buChar char="Ø"/>
            </a:pPr>
            <a:r>
              <a:rPr lang="en-US" sz="2800" dirty="0"/>
              <a:t>As a general rule, longer antennas are used for radio communication and navigation (VHF frequencies) </a:t>
            </a:r>
          </a:p>
          <a:p>
            <a:pPr marL="285750" indent="-285750" algn="l">
              <a:lnSpc>
                <a:spcPct val="100000"/>
              </a:lnSpc>
              <a:buFont typeface="Wingdings" pitchFamily="2" charset="2"/>
              <a:buChar char="Ø"/>
            </a:pPr>
            <a:endParaRPr lang="en-US" sz="2800" dirty="0"/>
          </a:p>
          <a:p>
            <a:pPr marL="285750" indent="-285750" algn="l">
              <a:lnSpc>
                <a:spcPct val="100000"/>
              </a:lnSpc>
              <a:buFont typeface="Wingdings" pitchFamily="2" charset="2"/>
              <a:buChar char="Ø"/>
            </a:pPr>
            <a:endParaRPr lang="en-US" sz="2800" dirty="0"/>
          </a:p>
          <a:p>
            <a:pPr marL="285750" indent="-285750" algn="l">
              <a:lnSpc>
                <a:spcPct val="100000"/>
              </a:lnSpc>
              <a:buFont typeface="Wingdings" pitchFamily="2" charset="2"/>
              <a:buChar char="Ø"/>
            </a:pPr>
            <a:r>
              <a:rPr lang="en-US" sz="2800" dirty="0"/>
              <a:t> Shorter antennas are reserved for higher frequency data such as the GPS signals and the transponder, which provides air traffic control with information about the aircraft’s position and </a:t>
            </a:r>
            <a:r>
              <a:rPr lang="en-US" sz="2400" dirty="0"/>
              <a:t>altitude</a:t>
            </a:r>
          </a:p>
          <a:p>
            <a:pPr marL="285750" indent="-285750" algn="l">
              <a:lnSpc>
                <a:spcPct val="100000"/>
              </a:lnSpc>
              <a:buFont typeface="Wingdings" pitchFamily="2" charset="2"/>
              <a:buChar char="Ø"/>
            </a:pPr>
            <a:endParaRPr lang="en-US" sz="2800" dirty="0"/>
          </a:p>
          <a:p>
            <a:pPr marL="285750" indent="-285750" algn="l">
              <a:lnSpc>
                <a:spcPct val="100000"/>
              </a:lnSpc>
              <a:buFont typeface="Wingdings" pitchFamily="2" charset="2"/>
              <a:buChar char="Ø"/>
            </a:pPr>
            <a:endParaRPr lang="en-US" sz="2800" dirty="0"/>
          </a:p>
          <a:p>
            <a:pPr marL="285750" indent="-285750" algn="l">
              <a:lnSpc>
                <a:spcPct val="100000"/>
              </a:lnSpc>
              <a:buFont typeface="Wingdings" pitchFamily="2" charset="2"/>
              <a:buChar char="Ø"/>
            </a:pPr>
            <a:endParaRPr lang="en-US" sz="2800" dirty="0"/>
          </a:p>
          <a:p>
            <a:pPr marL="285750" indent="-285750" algn="l">
              <a:lnSpc>
                <a:spcPct val="100000"/>
              </a:lnSpc>
            </a:pPr>
            <a:endParaRPr lang="en-US" sz="2800" dirty="0"/>
          </a:p>
          <a:p>
            <a:pPr marL="285750" indent="-285750" algn="l">
              <a:lnSpc>
                <a:spcPct val="100000"/>
              </a:lnSpc>
            </a:pPr>
            <a:endParaRPr lang="en-US" sz="2800" i="1" dirty="0"/>
          </a:p>
          <a:p>
            <a:pPr marL="285750" indent="-285750" algn="l">
              <a:lnSpc>
                <a:spcPct val="100000"/>
              </a:lnSpc>
              <a:buFont typeface="Wingdings" pitchFamily="2" charset="2"/>
              <a:buChar char="Ø"/>
            </a:pPr>
            <a:endParaRPr lang="en-IN" sz="2800" dirty="0"/>
          </a:p>
        </p:txBody>
      </p:sp>
    </p:spTree>
    <p:extLst>
      <p:ext uri="{BB962C8B-B14F-4D97-AF65-F5344CB8AC3E}">
        <p14:creationId xmlns:p14="http://schemas.microsoft.com/office/powerpoint/2010/main" val="2841916114"/>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0"/>
            <a:ext cx="7772400" cy="1470025"/>
          </a:xfrm>
        </p:spPr>
        <p:txBody>
          <a:bodyPr/>
          <a:lstStyle/>
          <a:p>
            <a:r>
              <a:rPr lang="en-US" dirty="0"/>
              <a:t>elevator</a:t>
            </a:r>
            <a:br>
              <a:rPr lang="en-US" dirty="0"/>
            </a:br>
            <a:endParaRPr lang="en-IN" dirty="0"/>
          </a:p>
        </p:txBody>
      </p:sp>
      <p:sp>
        <p:nvSpPr>
          <p:cNvPr id="3" name="Subtitle 2"/>
          <p:cNvSpPr>
            <a:spLocks noGrp="1"/>
          </p:cNvSpPr>
          <p:nvPr>
            <p:ph type="subTitle" idx="1"/>
          </p:nvPr>
        </p:nvSpPr>
        <p:spPr>
          <a:xfrm>
            <a:off x="6096" y="838200"/>
            <a:ext cx="10509504" cy="2819400"/>
          </a:xfrm>
        </p:spPr>
        <p:txBody>
          <a:bodyPr>
            <a:noAutofit/>
          </a:bodyPr>
          <a:lstStyle/>
          <a:p>
            <a:pPr marL="285750" indent="-285750" algn="l">
              <a:lnSpc>
                <a:spcPct val="100000"/>
              </a:lnSpc>
            </a:pPr>
            <a:endParaRPr lang="en-US" sz="2800" i="1" dirty="0"/>
          </a:p>
          <a:p>
            <a:pPr marL="285750" indent="-285750" algn="l">
              <a:lnSpc>
                <a:spcPct val="100000"/>
              </a:lnSpc>
            </a:pPr>
            <a:endParaRPr lang="en-IN" sz="2800" dirty="0"/>
          </a:p>
        </p:txBody>
      </p:sp>
      <p:sp>
        <p:nvSpPr>
          <p:cNvPr id="5" name="TextBox 4"/>
          <p:cNvSpPr txBox="1"/>
          <p:nvPr/>
        </p:nvSpPr>
        <p:spPr>
          <a:xfrm>
            <a:off x="152400" y="1400284"/>
            <a:ext cx="8534400" cy="2677656"/>
          </a:xfrm>
          <a:prstGeom prst="rect">
            <a:avLst/>
          </a:prstGeom>
          <a:noFill/>
        </p:spPr>
        <p:txBody>
          <a:bodyPr wrap="square" rtlCol="0">
            <a:spAutoFit/>
          </a:bodyPr>
          <a:lstStyle/>
          <a:p>
            <a:pPr marL="457200" indent="-457200" algn="ctr">
              <a:buFont typeface="Wingdings" panose="05000000000000000000" pitchFamily="2" charset="2"/>
              <a:buChar char="Ø"/>
            </a:pPr>
            <a:r>
              <a:rPr lang="en-US" sz="2800" dirty="0"/>
              <a:t>As the name implies, the elevator helps “elevate” the aircraft. </a:t>
            </a:r>
          </a:p>
          <a:p>
            <a:pPr marL="457200" indent="-457200" algn="ctr">
              <a:buFont typeface="Wingdings" panose="05000000000000000000" pitchFamily="2" charset="2"/>
              <a:buChar char="Ø"/>
            </a:pPr>
            <a:endParaRPr lang="en-US" sz="2800" dirty="0"/>
          </a:p>
          <a:p>
            <a:pPr marL="457200" indent="-457200" algn="just">
              <a:buFont typeface="Wingdings" panose="05000000000000000000" pitchFamily="2" charset="2"/>
              <a:buChar char="Ø"/>
            </a:pPr>
            <a:r>
              <a:rPr lang="en-US" sz="2800" dirty="0"/>
              <a:t>It is located on the tail and directs the nose of the aircraft either upwards or downwards (pitch) in order to make the airplane climb and descend</a:t>
            </a:r>
          </a:p>
        </p:txBody>
      </p:sp>
      <p:pic>
        <p:nvPicPr>
          <p:cNvPr id="1026" name="Picture 2" descr="Aircraft Technology: Flight Controls (Civil and Military)">
            <a:extLst>
              <a:ext uri="{FF2B5EF4-FFF2-40B4-BE49-F238E27FC236}">
                <a16:creationId xmlns:a16="http://schemas.microsoft.com/office/drawing/2014/main" id="{92F23929-64C9-4DC4-B4D2-B202039560E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33600" y="4058890"/>
            <a:ext cx="4876800" cy="27146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41916114"/>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0"/>
            <a:ext cx="7772400" cy="1470025"/>
          </a:xfrm>
        </p:spPr>
        <p:txBody>
          <a:bodyPr/>
          <a:lstStyle/>
          <a:p>
            <a:r>
              <a:rPr lang="en-US" dirty="0"/>
              <a:t>empennage</a:t>
            </a:r>
            <a:br>
              <a:rPr lang="en-US" dirty="0"/>
            </a:br>
            <a:endParaRPr lang="en-IN" dirty="0"/>
          </a:p>
        </p:txBody>
      </p:sp>
      <p:sp>
        <p:nvSpPr>
          <p:cNvPr id="3" name="Subtitle 2"/>
          <p:cNvSpPr>
            <a:spLocks noGrp="1"/>
          </p:cNvSpPr>
          <p:nvPr>
            <p:ph type="subTitle" idx="1"/>
          </p:nvPr>
        </p:nvSpPr>
        <p:spPr>
          <a:xfrm>
            <a:off x="6096" y="838200"/>
            <a:ext cx="10509504" cy="2819400"/>
          </a:xfrm>
        </p:spPr>
        <p:txBody>
          <a:bodyPr>
            <a:noAutofit/>
          </a:bodyPr>
          <a:lstStyle/>
          <a:p>
            <a:pPr marL="285750" indent="-285750" algn="l">
              <a:lnSpc>
                <a:spcPct val="100000"/>
              </a:lnSpc>
            </a:pPr>
            <a:endParaRPr lang="en-US" sz="2800" dirty="0"/>
          </a:p>
          <a:p>
            <a:pPr marL="285750" indent="-285750" algn="l">
              <a:lnSpc>
                <a:spcPct val="100000"/>
              </a:lnSpc>
            </a:pPr>
            <a:endParaRPr lang="en-US" sz="2800" i="1" dirty="0"/>
          </a:p>
          <a:p>
            <a:pPr marL="285750" indent="-285750" algn="l">
              <a:lnSpc>
                <a:spcPct val="100000"/>
              </a:lnSpc>
              <a:buFont typeface="Wingdings" pitchFamily="2" charset="2"/>
              <a:buChar char="Ø"/>
            </a:pPr>
            <a:endParaRPr lang="en-IN" sz="2800" dirty="0"/>
          </a:p>
        </p:txBody>
      </p:sp>
      <p:sp>
        <p:nvSpPr>
          <p:cNvPr id="6" name="TextBox 5"/>
          <p:cNvSpPr txBox="1"/>
          <p:nvPr/>
        </p:nvSpPr>
        <p:spPr>
          <a:xfrm>
            <a:off x="457200" y="1241554"/>
            <a:ext cx="8458200" cy="4832092"/>
          </a:xfrm>
          <a:prstGeom prst="rect">
            <a:avLst/>
          </a:prstGeom>
          <a:noFill/>
        </p:spPr>
        <p:txBody>
          <a:bodyPr wrap="square" rtlCol="0">
            <a:spAutoFit/>
          </a:bodyPr>
          <a:lstStyle/>
          <a:p>
            <a:pPr marL="457200" indent="-457200" algn="just">
              <a:buFont typeface="Wingdings" panose="05000000000000000000" pitchFamily="2" charset="2"/>
              <a:buChar char="Ø"/>
            </a:pPr>
            <a:r>
              <a:rPr lang="en-US" sz="2800" dirty="0"/>
              <a:t>This name stems from the French word “</a:t>
            </a:r>
            <a:r>
              <a:rPr lang="en-US" sz="2800" dirty="0" err="1"/>
              <a:t>empenner</a:t>
            </a:r>
            <a:r>
              <a:rPr lang="en-US" sz="2800" dirty="0"/>
              <a:t>,” meaning “to feather an arrow”.</a:t>
            </a:r>
          </a:p>
          <a:p>
            <a:pPr marL="457200" indent="-457200" algn="just">
              <a:buFont typeface="Wingdings" panose="05000000000000000000" pitchFamily="2" charset="2"/>
              <a:buChar char="Ø"/>
            </a:pPr>
            <a:endParaRPr lang="en-US" sz="2800" dirty="0"/>
          </a:p>
          <a:p>
            <a:pPr marL="457200" indent="-457200" algn="just">
              <a:buFont typeface="Wingdings" panose="05000000000000000000" pitchFamily="2" charset="2"/>
              <a:buChar char="Ø"/>
            </a:pPr>
            <a:r>
              <a:rPr lang="en-US" sz="2800" dirty="0"/>
              <a:t> The empennage is the name given to the entire tail section of the aircraft, including both the horizontal and vertical stabilizers, the rudder and the elevator.</a:t>
            </a:r>
          </a:p>
          <a:p>
            <a:pPr marL="457200" indent="-457200" algn="just">
              <a:buFont typeface="Wingdings" panose="05000000000000000000" pitchFamily="2" charset="2"/>
              <a:buChar char="Ø"/>
            </a:pPr>
            <a:endParaRPr lang="en-US" sz="2800" dirty="0"/>
          </a:p>
          <a:p>
            <a:pPr marL="457200" indent="-457200" algn="just">
              <a:buFont typeface="Wingdings" panose="05000000000000000000" pitchFamily="2" charset="2"/>
              <a:buChar char="Ø"/>
            </a:pPr>
            <a:r>
              <a:rPr lang="en-US" sz="2800" dirty="0"/>
              <a:t> As a combined unit, it works identically to the feather on the arrow, helping guide the aircraft to its destination.</a:t>
            </a:r>
          </a:p>
        </p:txBody>
      </p:sp>
    </p:spTree>
    <p:extLst>
      <p:ext uri="{BB962C8B-B14F-4D97-AF65-F5344CB8AC3E}">
        <p14:creationId xmlns:p14="http://schemas.microsoft.com/office/powerpoint/2010/main" val="2841916114"/>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1676400" y="79950"/>
            <a:ext cx="6019800" cy="584775"/>
          </a:xfrm>
          <a:prstGeom prst="rect">
            <a:avLst/>
          </a:prstGeom>
          <a:noFill/>
        </p:spPr>
        <p:txBody>
          <a:bodyPr wrap="square" rtlCol="0">
            <a:spAutoFit/>
          </a:bodyPr>
          <a:lstStyle/>
          <a:p>
            <a:pPr algn="ctr"/>
            <a:r>
              <a:rPr lang="en-US" sz="3200" b="1" u="sng" dirty="0">
                <a:solidFill>
                  <a:srgbClr val="FFFF00"/>
                </a:solidFill>
                <a:effectLst>
                  <a:outerShdw blurRad="38100" dist="38100" dir="2700000" algn="tl">
                    <a:srgbClr val="000000">
                      <a:alpha val="43137"/>
                    </a:srgbClr>
                  </a:outerShdw>
                </a:effectLst>
              </a:rPr>
              <a:t>FLAP</a:t>
            </a:r>
          </a:p>
        </p:txBody>
      </p:sp>
      <p:sp>
        <p:nvSpPr>
          <p:cNvPr id="5" name="TextBox 4">
            <a:extLst>
              <a:ext uri="{FF2B5EF4-FFF2-40B4-BE49-F238E27FC236}">
                <a16:creationId xmlns:a16="http://schemas.microsoft.com/office/drawing/2014/main" id="{635C82F1-4E26-4B0B-803A-56ABE87CE772}"/>
              </a:ext>
            </a:extLst>
          </p:cNvPr>
          <p:cNvSpPr txBox="1"/>
          <p:nvPr/>
        </p:nvSpPr>
        <p:spPr>
          <a:xfrm>
            <a:off x="533400" y="762000"/>
            <a:ext cx="8610600" cy="3046988"/>
          </a:xfrm>
          <a:prstGeom prst="rect">
            <a:avLst/>
          </a:prstGeom>
          <a:noFill/>
        </p:spPr>
        <p:txBody>
          <a:bodyPr wrap="square">
            <a:spAutoFit/>
          </a:bodyPr>
          <a:lstStyle/>
          <a:p>
            <a:pPr marL="342900" indent="-342900" algn="just">
              <a:buFont typeface="Wingdings" panose="05000000000000000000" pitchFamily="2" charset="2"/>
              <a:buChar char="Ø"/>
            </a:pPr>
            <a:r>
              <a:rPr lang="en-US" sz="2400" dirty="0"/>
              <a:t>Flaps are a “high lift / high drag” device. </a:t>
            </a:r>
          </a:p>
          <a:p>
            <a:pPr marL="342900" indent="-342900" algn="just">
              <a:buFont typeface="Wingdings" panose="05000000000000000000" pitchFamily="2" charset="2"/>
              <a:buChar char="Ø"/>
            </a:pPr>
            <a:endParaRPr lang="en-US" sz="2400" dirty="0"/>
          </a:p>
          <a:p>
            <a:pPr marL="342900" indent="-342900" algn="just">
              <a:buFont typeface="Wingdings" panose="05000000000000000000" pitchFamily="2" charset="2"/>
              <a:buChar char="Ø"/>
            </a:pPr>
            <a:r>
              <a:rPr lang="en-US" sz="2400" dirty="0"/>
              <a:t>Not only do they improve the lifting ability of the wing at slower speeds by changing the camber, or curvature of the wing, but when extended fully they also create more drag. </a:t>
            </a:r>
          </a:p>
          <a:p>
            <a:pPr marL="342900" indent="-342900" algn="just">
              <a:buFont typeface="Wingdings" panose="05000000000000000000" pitchFamily="2" charset="2"/>
              <a:buChar char="Ø"/>
            </a:pPr>
            <a:endParaRPr lang="en-US" sz="2400" dirty="0"/>
          </a:p>
          <a:p>
            <a:pPr marL="342900" indent="-342900" algn="just">
              <a:buFont typeface="Wingdings" panose="05000000000000000000" pitchFamily="2" charset="2"/>
              <a:buChar char="Ø"/>
            </a:pPr>
            <a:r>
              <a:rPr lang="en-US" sz="2400" dirty="0"/>
              <a:t>This means an aircraft can descend (or lose altitude) faster, without gaining airspeed in the process</a:t>
            </a:r>
            <a:endParaRPr lang="en-IN" sz="2400" dirty="0"/>
          </a:p>
        </p:txBody>
      </p:sp>
      <p:pic>
        <p:nvPicPr>
          <p:cNvPr id="2050" name="Picture 2" descr="Why do planes use wing flaps to slow down/change direction mid air instead  of the airplane equivalent of 'easing off the acclerator'? - Quora">
            <a:extLst>
              <a:ext uri="{FF2B5EF4-FFF2-40B4-BE49-F238E27FC236}">
                <a16:creationId xmlns:a16="http://schemas.microsoft.com/office/drawing/2014/main" id="{D85229ED-1B7B-44AF-9EB3-5071C2E16E8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47800" y="3738682"/>
            <a:ext cx="6477000" cy="304698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0"/>
            <a:ext cx="7772400" cy="1470025"/>
          </a:xfrm>
        </p:spPr>
        <p:txBody>
          <a:bodyPr/>
          <a:lstStyle/>
          <a:p>
            <a:r>
              <a:rPr lang="en-US" dirty="0"/>
              <a:t>FUSELAGE</a:t>
            </a:r>
            <a:endParaRPr lang="en-IN" dirty="0"/>
          </a:p>
        </p:txBody>
      </p:sp>
      <p:sp>
        <p:nvSpPr>
          <p:cNvPr id="3" name="Subtitle 2"/>
          <p:cNvSpPr>
            <a:spLocks noGrp="1"/>
          </p:cNvSpPr>
          <p:nvPr>
            <p:ph type="subTitle" idx="1"/>
          </p:nvPr>
        </p:nvSpPr>
        <p:spPr>
          <a:xfrm>
            <a:off x="-3810" y="1454785"/>
            <a:ext cx="8909304" cy="2819400"/>
          </a:xfrm>
        </p:spPr>
        <p:txBody>
          <a:bodyPr>
            <a:noAutofit/>
          </a:bodyPr>
          <a:lstStyle/>
          <a:p>
            <a:pPr marL="342900" indent="-342900" algn="just">
              <a:lnSpc>
                <a:spcPct val="100000"/>
              </a:lnSpc>
              <a:buFont typeface="Wingdings" panose="05000000000000000000" pitchFamily="2" charset="2"/>
              <a:buChar char="Ø"/>
            </a:pPr>
            <a:r>
              <a:rPr lang="en-US" sz="2400" dirty="0"/>
              <a:t>The fuselage, from the French word “</a:t>
            </a:r>
            <a:r>
              <a:rPr lang="en-US" sz="2400" dirty="0" err="1"/>
              <a:t>fuselé</a:t>
            </a:r>
            <a:r>
              <a:rPr lang="en-US" sz="2400" dirty="0"/>
              <a:t>” meaning “spindle shaped”, is the portion of the airplane used to literally join, or fuse, the other parts together.</a:t>
            </a:r>
          </a:p>
          <a:p>
            <a:pPr marL="342900" indent="-342900" algn="just">
              <a:lnSpc>
                <a:spcPct val="100000"/>
              </a:lnSpc>
              <a:buFont typeface="Wingdings" panose="05000000000000000000" pitchFamily="2" charset="2"/>
              <a:buChar char="Ø"/>
            </a:pPr>
            <a:endParaRPr lang="en-US" sz="2400" dirty="0"/>
          </a:p>
          <a:p>
            <a:pPr marL="342900" indent="-342900" algn="just">
              <a:lnSpc>
                <a:spcPct val="100000"/>
              </a:lnSpc>
              <a:buFont typeface="Wingdings" panose="05000000000000000000" pitchFamily="2" charset="2"/>
              <a:buChar char="Ø"/>
            </a:pPr>
            <a:r>
              <a:rPr lang="en-US" sz="2400" dirty="0"/>
              <a:t> It is commonly thought of as the body of the aircraft and holds the passengers and cargo safely inside.</a:t>
            </a:r>
            <a:endParaRPr lang="en-IN" sz="2400" dirty="0"/>
          </a:p>
        </p:txBody>
      </p:sp>
      <p:pic>
        <p:nvPicPr>
          <p:cNvPr id="3074" name="Picture 2" descr="Aircraft Fuselage - Types of Aircraft Fuselage [Hindi] - YouTube">
            <a:extLst>
              <a:ext uri="{FF2B5EF4-FFF2-40B4-BE49-F238E27FC236}">
                <a16:creationId xmlns:a16="http://schemas.microsoft.com/office/drawing/2014/main" id="{F8F38DF4-DDF9-4ABB-9234-811235668168}"/>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1393" b="17385"/>
          <a:stretch/>
        </p:blipFill>
        <p:spPr bwMode="auto">
          <a:xfrm>
            <a:off x="1981199" y="4332763"/>
            <a:ext cx="5722007" cy="22966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41916114"/>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0"/>
            <a:ext cx="7772400" cy="1470025"/>
          </a:xfrm>
        </p:spPr>
        <p:txBody>
          <a:bodyPr/>
          <a:lstStyle/>
          <a:p>
            <a:r>
              <a:rPr lang="en-US" dirty="0"/>
              <a:t>HORIZANTAL STABILIZER</a:t>
            </a:r>
            <a:endParaRPr lang="en-IN" dirty="0"/>
          </a:p>
        </p:txBody>
      </p:sp>
      <p:sp>
        <p:nvSpPr>
          <p:cNvPr id="3" name="Subtitle 2"/>
          <p:cNvSpPr>
            <a:spLocks noGrp="1"/>
          </p:cNvSpPr>
          <p:nvPr>
            <p:ph type="subTitle" idx="1"/>
          </p:nvPr>
        </p:nvSpPr>
        <p:spPr>
          <a:xfrm>
            <a:off x="6096" y="838200"/>
            <a:ext cx="10509504" cy="2819400"/>
          </a:xfrm>
        </p:spPr>
        <p:txBody>
          <a:bodyPr>
            <a:noAutofit/>
          </a:bodyPr>
          <a:lstStyle/>
          <a:p>
            <a:pPr marL="285750" indent="-285750" algn="l">
              <a:lnSpc>
                <a:spcPct val="100000"/>
              </a:lnSpc>
            </a:pPr>
            <a:endParaRPr lang="en-US" sz="2800" dirty="0"/>
          </a:p>
          <a:p>
            <a:pPr marL="285750" indent="-285750" algn="l">
              <a:lnSpc>
                <a:spcPct val="100000"/>
              </a:lnSpc>
            </a:pPr>
            <a:endParaRPr lang="en-US" sz="2800" dirty="0"/>
          </a:p>
          <a:p>
            <a:pPr marL="285750" indent="-285750" algn="l">
              <a:lnSpc>
                <a:spcPct val="100000"/>
              </a:lnSpc>
            </a:pPr>
            <a:endParaRPr lang="en-US" sz="2800" i="1" dirty="0"/>
          </a:p>
          <a:p>
            <a:pPr marL="285750" indent="-285750" algn="l">
              <a:lnSpc>
                <a:spcPct val="100000"/>
              </a:lnSpc>
            </a:pPr>
            <a:endParaRPr lang="en-IN" sz="2800" dirty="0"/>
          </a:p>
        </p:txBody>
      </p:sp>
      <p:sp>
        <p:nvSpPr>
          <p:cNvPr id="5" name="TextBox 4"/>
          <p:cNvSpPr txBox="1"/>
          <p:nvPr/>
        </p:nvSpPr>
        <p:spPr>
          <a:xfrm>
            <a:off x="914400" y="1454785"/>
            <a:ext cx="6934200" cy="4893647"/>
          </a:xfrm>
          <a:prstGeom prst="rect">
            <a:avLst/>
          </a:prstGeom>
          <a:noFill/>
        </p:spPr>
        <p:txBody>
          <a:bodyPr wrap="square" rtlCol="0">
            <a:spAutoFit/>
          </a:bodyPr>
          <a:lstStyle/>
          <a:p>
            <a:pPr marL="342900" indent="-342900" algn="just">
              <a:buFont typeface="Wingdings" panose="05000000000000000000" pitchFamily="2" charset="2"/>
              <a:buChar char="Ø"/>
            </a:pPr>
            <a:r>
              <a:rPr lang="en-US" sz="2400" dirty="0"/>
              <a:t>The horizontal stabilizer is quite simply an upside-down wing, designed to provide a downward force (push) on the tail.</a:t>
            </a:r>
          </a:p>
          <a:p>
            <a:pPr marL="342900" indent="-342900" algn="just">
              <a:buFont typeface="Wingdings" panose="05000000000000000000" pitchFamily="2" charset="2"/>
              <a:buChar char="Ø"/>
            </a:pPr>
            <a:endParaRPr lang="en-US" sz="2400" dirty="0"/>
          </a:p>
          <a:p>
            <a:pPr marL="342900" indent="-342900" algn="just">
              <a:buFont typeface="Wingdings" panose="05000000000000000000" pitchFamily="2" charset="2"/>
              <a:buChar char="Ø"/>
            </a:pPr>
            <a:r>
              <a:rPr lang="en-US" sz="2400" dirty="0"/>
              <a:t> Airplanes are traditionally nose-heavy and this downward force is required to compensate for that, keeping the nose level with the rest of the aircraft. </a:t>
            </a:r>
          </a:p>
          <a:p>
            <a:pPr marL="342900" indent="-342900" algn="just">
              <a:buFont typeface="Wingdings" panose="05000000000000000000" pitchFamily="2" charset="2"/>
              <a:buChar char="Ø"/>
            </a:pPr>
            <a:endParaRPr lang="en-US" sz="2400" dirty="0"/>
          </a:p>
          <a:p>
            <a:pPr marL="342900" indent="-342900" algn="just">
              <a:buFont typeface="Wingdings" panose="05000000000000000000" pitchFamily="2" charset="2"/>
              <a:buChar char="Ø"/>
            </a:pPr>
            <a:r>
              <a:rPr lang="en-US" sz="2400" dirty="0"/>
              <a:t>Some aircraft can control the angle of the stabilizer and therefore the level of downward force while in flight, while others are fixed in place</a:t>
            </a:r>
          </a:p>
        </p:txBody>
      </p:sp>
    </p:spTree>
    <p:extLst>
      <p:ext uri="{BB962C8B-B14F-4D97-AF65-F5344CB8AC3E}">
        <p14:creationId xmlns:p14="http://schemas.microsoft.com/office/powerpoint/2010/main" val="2841916114"/>
      </p:ext>
    </p:extLst>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0"/>
            <a:ext cx="7772400" cy="1470025"/>
          </a:xfrm>
        </p:spPr>
        <p:txBody>
          <a:bodyPr/>
          <a:lstStyle/>
          <a:p>
            <a:r>
              <a:rPr lang="en-US" dirty="0"/>
              <a:t>RUDDER</a:t>
            </a:r>
            <a:br>
              <a:rPr lang="en-US" dirty="0"/>
            </a:br>
            <a:endParaRPr lang="en-IN" dirty="0"/>
          </a:p>
        </p:txBody>
      </p:sp>
      <p:sp>
        <p:nvSpPr>
          <p:cNvPr id="3" name="Subtitle 2"/>
          <p:cNvSpPr>
            <a:spLocks noGrp="1"/>
          </p:cNvSpPr>
          <p:nvPr>
            <p:ph type="subTitle" idx="1"/>
          </p:nvPr>
        </p:nvSpPr>
        <p:spPr>
          <a:xfrm>
            <a:off x="6096" y="838200"/>
            <a:ext cx="9061704" cy="5791200"/>
          </a:xfrm>
        </p:spPr>
        <p:txBody>
          <a:bodyPr>
            <a:noAutofit/>
          </a:bodyPr>
          <a:lstStyle/>
          <a:p>
            <a:pPr marL="457200" indent="-457200" algn="l">
              <a:lnSpc>
                <a:spcPct val="100000"/>
              </a:lnSpc>
              <a:buFont typeface="Wingdings" panose="05000000000000000000" pitchFamily="2" charset="2"/>
              <a:buChar char="Ø"/>
            </a:pPr>
            <a:r>
              <a:rPr lang="en-US" sz="2400" dirty="0"/>
              <a:t>The rudder is attached to the vertical stabilizer, located on the tail of the aircraft</a:t>
            </a:r>
          </a:p>
          <a:p>
            <a:pPr marL="457200" indent="-457200" algn="l">
              <a:lnSpc>
                <a:spcPct val="100000"/>
              </a:lnSpc>
              <a:buFont typeface="Wingdings" panose="05000000000000000000" pitchFamily="2" charset="2"/>
              <a:buChar char="Ø"/>
            </a:pPr>
            <a:r>
              <a:rPr lang="en-US" sz="2400" dirty="0"/>
              <a:t>It works identically to a rudder on a boat, helping to steer the nose of the aircraft left and right; this motion is referred to as yaw</a:t>
            </a:r>
          </a:p>
          <a:p>
            <a:pPr marL="457200" indent="-457200" algn="l">
              <a:lnSpc>
                <a:spcPct val="100000"/>
              </a:lnSpc>
              <a:buFont typeface="Wingdings" panose="05000000000000000000" pitchFamily="2" charset="2"/>
              <a:buChar char="Ø"/>
            </a:pPr>
            <a:r>
              <a:rPr lang="en-US" sz="2400" dirty="0"/>
              <a:t>Unlike the boat however, it is not the primary method of steering</a:t>
            </a:r>
          </a:p>
          <a:p>
            <a:pPr marL="457200" indent="-457200" algn="l">
              <a:lnSpc>
                <a:spcPct val="100000"/>
              </a:lnSpc>
              <a:buFont typeface="Wingdings" panose="05000000000000000000" pitchFamily="2" charset="2"/>
              <a:buChar char="Ø"/>
            </a:pPr>
            <a:r>
              <a:rPr lang="en-US" sz="2400" dirty="0"/>
              <a:t> Its main purpose is to counteract certain types of drag, or friction, ensuring that the aircraft’s tail follows the nose, rather than sliding out to the side</a:t>
            </a:r>
            <a:endParaRPr lang="en-IN" sz="2400" dirty="0"/>
          </a:p>
        </p:txBody>
      </p:sp>
      <p:pic>
        <p:nvPicPr>
          <p:cNvPr id="4100" name="Picture 4" descr="Horizontal Stabilizers - an overview | ScienceDirect Topics">
            <a:extLst>
              <a:ext uri="{FF2B5EF4-FFF2-40B4-BE49-F238E27FC236}">
                <a16:creationId xmlns:a16="http://schemas.microsoft.com/office/drawing/2014/main" id="{103B4784-BDCB-4C97-9057-6FD1E54B476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94810" y="4648200"/>
            <a:ext cx="4263390" cy="21907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41916114"/>
      </p:ext>
    </p:ext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
            <a:ext cx="8001000" cy="609600"/>
          </a:xfrm>
        </p:spPr>
        <p:txBody>
          <a:bodyPr/>
          <a:lstStyle/>
          <a:p>
            <a:r>
              <a:rPr lang="en-US" dirty="0"/>
              <a:t>SLAT</a:t>
            </a:r>
            <a:endParaRPr lang="en-IN" dirty="0"/>
          </a:p>
        </p:txBody>
      </p:sp>
      <p:sp>
        <p:nvSpPr>
          <p:cNvPr id="3" name="Subtitle 2"/>
          <p:cNvSpPr>
            <a:spLocks noGrp="1"/>
          </p:cNvSpPr>
          <p:nvPr>
            <p:ph type="subTitle" idx="1"/>
          </p:nvPr>
        </p:nvSpPr>
        <p:spPr>
          <a:xfrm>
            <a:off x="193548" y="807720"/>
            <a:ext cx="8756904" cy="2819400"/>
          </a:xfrm>
        </p:spPr>
        <p:txBody>
          <a:bodyPr>
            <a:noAutofit/>
          </a:bodyPr>
          <a:lstStyle/>
          <a:p>
            <a:pPr marL="457200" indent="-457200" algn="just">
              <a:lnSpc>
                <a:spcPct val="100000"/>
              </a:lnSpc>
              <a:buFont typeface="Wingdings" panose="05000000000000000000" pitchFamily="2" charset="2"/>
              <a:buChar char="Ø"/>
            </a:pPr>
            <a:r>
              <a:rPr lang="en-US" sz="2400" dirty="0"/>
              <a:t>A slat is a “high lift” device typically found on jet-powered aircraft. Slats are similar to the flaps except they are mounted on the leading edge of the wing</a:t>
            </a:r>
          </a:p>
          <a:p>
            <a:pPr marL="457200" indent="-457200" algn="just">
              <a:lnSpc>
                <a:spcPct val="100000"/>
              </a:lnSpc>
              <a:buFont typeface="Wingdings" panose="05000000000000000000" pitchFamily="2" charset="2"/>
              <a:buChar char="Ø"/>
            </a:pPr>
            <a:endParaRPr lang="en-US" sz="2400" dirty="0"/>
          </a:p>
          <a:p>
            <a:pPr marL="457200" indent="-457200" algn="just">
              <a:lnSpc>
                <a:spcPct val="100000"/>
              </a:lnSpc>
              <a:buFont typeface="Wingdings" panose="05000000000000000000" pitchFamily="2" charset="2"/>
              <a:buChar char="Ø"/>
            </a:pPr>
            <a:r>
              <a:rPr lang="en-US" sz="2400" dirty="0"/>
              <a:t>They also assist in changing the camber, or curvature of the wing, to improve lifting ability at slower speeds</a:t>
            </a:r>
            <a:endParaRPr lang="en-IN" sz="2400" dirty="0"/>
          </a:p>
        </p:txBody>
      </p:sp>
      <p:pic>
        <p:nvPicPr>
          <p:cNvPr id="5122" name="Picture 2" descr="Flaps and Slats">
            <a:extLst>
              <a:ext uri="{FF2B5EF4-FFF2-40B4-BE49-F238E27FC236}">
                <a16:creationId xmlns:a16="http://schemas.microsoft.com/office/drawing/2014/main" id="{1D746994-6CF7-45BE-BECB-5D8A38DDBC54}"/>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5479" r="11690"/>
          <a:stretch/>
        </p:blipFill>
        <p:spPr bwMode="auto">
          <a:xfrm>
            <a:off x="1295400" y="3886200"/>
            <a:ext cx="5972175" cy="3124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41916114"/>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0"/>
            <a:ext cx="7772400" cy="1470025"/>
          </a:xfrm>
        </p:spPr>
        <p:txBody>
          <a:bodyPr/>
          <a:lstStyle/>
          <a:p>
            <a:r>
              <a:rPr lang="en-US" dirty="0"/>
              <a:t>SPOILER</a:t>
            </a:r>
            <a:endParaRPr lang="en-IN" dirty="0"/>
          </a:p>
        </p:txBody>
      </p:sp>
      <p:sp>
        <p:nvSpPr>
          <p:cNvPr id="3" name="Subtitle 2"/>
          <p:cNvSpPr>
            <a:spLocks noGrp="1"/>
          </p:cNvSpPr>
          <p:nvPr>
            <p:ph type="subTitle" idx="1"/>
          </p:nvPr>
        </p:nvSpPr>
        <p:spPr>
          <a:xfrm>
            <a:off x="6096" y="1295400"/>
            <a:ext cx="8756904" cy="5181600"/>
          </a:xfrm>
        </p:spPr>
        <p:txBody>
          <a:bodyPr>
            <a:noAutofit/>
          </a:bodyPr>
          <a:lstStyle/>
          <a:p>
            <a:pPr marL="285750" indent="-285750" algn="l">
              <a:lnSpc>
                <a:spcPct val="100000"/>
              </a:lnSpc>
            </a:pPr>
            <a:endParaRPr lang="en-US" sz="2800" dirty="0"/>
          </a:p>
          <a:p>
            <a:pPr marL="285750" indent="-285750" algn="l">
              <a:lnSpc>
                <a:spcPct val="100000"/>
              </a:lnSpc>
            </a:pPr>
            <a:endParaRPr lang="en-US" sz="2800" dirty="0"/>
          </a:p>
          <a:p>
            <a:pPr marL="285750" indent="-285750" algn="l">
              <a:lnSpc>
                <a:spcPct val="100000"/>
              </a:lnSpc>
              <a:buFont typeface="Wingdings" pitchFamily="2" charset="2"/>
              <a:buChar char="Ø"/>
            </a:pPr>
            <a:endParaRPr lang="en-US" sz="2800" dirty="0"/>
          </a:p>
          <a:p>
            <a:pPr marL="285750" indent="-285750" algn="l">
              <a:lnSpc>
                <a:spcPct val="100000"/>
              </a:lnSpc>
              <a:buFont typeface="Wingdings" pitchFamily="2" charset="2"/>
              <a:buChar char="Ø"/>
            </a:pPr>
            <a:endParaRPr lang="en-US" sz="2800" dirty="0"/>
          </a:p>
          <a:p>
            <a:pPr marL="285750" indent="-285750" algn="l">
              <a:lnSpc>
                <a:spcPct val="100000"/>
              </a:lnSpc>
              <a:buFont typeface="Wingdings" pitchFamily="2" charset="2"/>
              <a:buChar char="Ø"/>
            </a:pPr>
            <a:endParaRPr lang="en-US" sz="2800" dirty="0"/>
          </a:p>
          <a:p>
            <a:pPr marL="285750" indent="-285750" algn="l">
              <a:lnSpc>
                <a:spcPct val="100000"/>
              </a:lnSpc>
              <a:buFont typeface="Wingdings" pitchFamily="2" charset="2"/>
              <a:buChar char="Ø"/>
            </a:pPr>
            <a:endParaRPr lang="en-US" sz="2800" dirty="0"/>
          </a:p>
          <a:p>
            <a:pPr marL="285750" indent="-285750" algn="l">
              <a:lnSpc>
                <a:spcPct val="100000"/>
              </a:lnSpc>
              <a:buFont typeface="Wingdings" pitchFamily="2" charset="2"/>
              <a:buChar char="Ø"/>
            </a:pPr>
            <a:endParaRPr lang="en-US" sz="2800" dirty="0"/>
          </a:p>
          <a:p>
            <a:pPr marL="285750" indent="-285750" algn="l">
              <a:lnSpc>
                <a:spcPct val="100000"/>
              </a:lnSpc>
            </a:pPr>
            <a:endParaRPr lang="en-US" sz="2800" dirty="0"/>
          </a:p>
          <a:p>
            <a:pPr marL="285750" indent="-285750" algn="l">
              <a:lnSpc>
                <a:spcPct val="100000"/>
              </a:lnSpc>
              <a:buFont typeface="Wingdings" pitchFamily="2" charset="2"/>
              <a:buChar char="Ø"/>
            </a:pPr>
            <a:endParaRPr lang="en-US" sz="2800" dirty="0"/>
          </a:p>
          <a:p>
            <a:pPr marL="285750" indent="-285750" algn="l">
              <a:lnSpc>
                <a:spcPct val="100000"/>
              </a:lnSpc>
            </a:pPr>
            <a:endParaRPr lang="en-US" sz="2800" dirty="0"/>
          </a:p>
          <a:p>
            <a:pPr marL="285750" indent="-285750" algn="l">
              <a:lnSpc>
                <a:spcPct val="100000"/>
              </a:lnSpc>
            </a:pPr>
            <a:endParaRPr lang="en-US" sz="2800" i="1" dirty="0"/>
          </a:p>
          <a:p>
            <a:pPr marL="285750" indent="-285750" algn="l">
              <a:lnSpc>
                <a:spcPct val="100000"/>
              </a:lnSpc>
            </a:pPr>
            <a:endParaRPr lang="en-IN" sz="2800" dirty="0"/>
          </a:p>
        </p:txBody>
      </p:sp>
      <p:sp>
        <p:nvSpPr>
          <p:cNvPr id="6" name="TextBox 5">
            <a:extLst>
              <a:ext uri="{FF2B5EF4-FFF2-40B4-BE49-F238E27FC236}">
                <a16:creationId xmlns:a16="http://schemas.microsoft.com/office/drawing/2014/main" id="{019EC576-BF03-46BB-BE3B-3F144E61CFB2}"/>
              </a:ext>
            </a:extLst>
          </p:cNvPr>
          <p:cNvSpPr txBox="1"/>
          <p:nvPr/>
        </p:nvSpPr>
        <p:spPr>
          <a:xfrm>
            <a:off x="400050" y="1015425"/>
            <a:ext cx="8362950" cy="4524315"/>
          </a:xfrm>
          <a:prstGeom prst="rect">
            <a:avLst/>
          </a:prstGeom>
          <a:noFill/>
        </p:spPr>
        <p:txBody>
          <a:bodyPr wrap="square">
            <a:spAutoFit/>
          </a:bodyPr>
          <a:lstStyle/>
          <a:p>
            <a:pPr marL="342900" indent="-342900">
              <a:buFont typeface="Wingdings" panose="05000000000000000000" pitchFamily="2" charset="2"/>
              <a:buChar char="Ø"/>
            </a:pPr>
            <a:r>
              <a:rPr lang="en-US" sz="2400" dirty="0"/>
              <a:t>The spoiler’s function is to disrupt, or spoil, the flow of air across the upper surface of the wing</a:t>
            </a:r>
          </a:p>
          <a:p>
            <a:pPr marL="342900" indent="-342900">
              <a:buFont typeface="Wingdings" panose="05000000000000000000" pitchFamily="2" charset="2"/>
              <a:buChar char="Ø"/>
            </a:pPr>
            <a:endParaRPr lang="en-US" sz="2400" dirty="0"/>
          </a:p>
          <a:p>
            <a:pPr marL="342900" indent="-342900">
              <a:buFont typeface="Wingdings" panose="05000000000000000000" pitchFamily="2" charset="2"/>
              <a:buChar char="Ø"/>
            </a:pPr>
            <a:r>
              <a:rPr lang="en-US" sz="2400" dirty="0"/>
              <a:t>They are usually found on larger aircraft, which can have two types installed</a:t>
            </a:r>
          </a:p>
          <a:p>
            <a:pPr marL="342900" indent="-342900">
              <a:buFont typeface="Wingdings" panose="05000000000000000000" pitchFamily="2" charset="2"/>
              <a:buChar char="Ø"/>
            </a:pPr>
            <a:endParaRPr lang="en-US" sz="2400" dirty="0"/>
          </a:p>
          <a:p>
            <a:pPr marL="342900" indent="-342900">
              <a:buFont typeface="Wingdings" panose="05000000000000000000" pitchFamily="2" charset="2"/>
              <a:buChar char="Ø"/>
            </a:pPr>
            <a:r>
              <a:rPr lang="en-US" sz="2400" dirty="0"/>
              <a:t>The in-flight spoilers are small and designed to reduce the lifting capability of the wing just enough to allow the aircraft to descend quicker without gaining airspeed</a:t>
            </a:r>
          </a:p>
          <a:p>
            <a:pPr marL="342900" indent="-342900">
              <a:buFont typeface="Wingdings" panose="05000000000000000000" pitchFamily="2" charset="2"/>
              <a:buChar char="Ø"/>
            </a:pPr>
            <a:endParaRPr lang="en-US" sz="2400" dirty="0"/>
          </a:p>
          <a:p>
            <a:pPr marL="342900" indent="-342900">
              <a:buFont typeface="Wingdings" panose="05000000000000000000" pitchFamily="2" charset="2"/>
              <a:buChar char="Ø"/>
            </a:pPr>
            <a:r>
              <a:rPr lang="en-US" sz="2400" dirty="0"/>
              <a:t>The ground spoilers  typically deploy automatically on landing and are much larger than their in-flight cousins</a:t>
            </a:r>
            <a:endParaRPr lang="en-IN" sz="2400" dirty="0"/>
          </a:p>
        </p:txBody>
      </p:sp>
    </p:spTree>
    <p:extLst>
      <p:ext uri="{BB962C8B-B14F-4D97-AF65-F5344CB8AC3E}">
        <p14:creationId xmlns:p14="http://schemas.microsoft.com/office/powerpoint/2010/main" val="2841916114"/>
      </p:ext>
    </p:extLst>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624845-B610-4C97-9A16-293A9F3A31A3}"/>
              </a:ext>
            </a:extLst>
          </p:cNvPr>
          <p:cNvSpPr>
            <a:spLocks noGrp="1"/>
          </p:cNvSpPr>
          <p:nvPr>
            <p:ph type="ctrTitle"/>
          </p:nvPr>
        </p:nvSpPr>
        <p:spPr>
          <a:xfrm>
            <a:off x="578167" y="-11429"/>
            <a:ext cx="7772400" cy="925830"/>
          </a:xfrm>
        </p:spPr>
        <p:txBody>
          <a:bodyPr/>
          <a:lstStyle/>
          <a:p>
            <a:r>
              <a:rPr lang="en-IN" dirty="0"/>
              <a:t>spoiler</a:t>
            </a:r>
          </a:p>
        </p:txBody>
      </p:sp>
      <p:sp>
        <p:nvSpPr>
          <p:cNvPr id="3" name="Subtitle 2">
            <a:extLst>
              <a:ext uri="{FF2B5EF4-FFF2-40B4-BE49-F238E27FC236}">
                <a16:creationId xmlns:a16="http://schemas.microsoft.com/office/drawing/2014/main" id="{BD0A9C28-ADD2-4683-AD42-324113D62C97}"/>
              </a:ext>
            </a:extLst>
          </p:cNvPr>
          <p:cNvSpPr>
            <a:spLocks noGrp="1"/>
          </p:cNvSpPr>
          <p:nvPr>
            <p:ph type="subTitle" idx="1"/>
          </p:nvPr>
        </p:nvSpPr>
        <p:spPr/>
        <p:txBody>
          <a:bodyPr/>
          <a:lstStyle/>
          <a:p>
            <a:endParaRPr lang="en-IN" dirty="0"/>
          </a:p>
        </p:txBody>
      </p:sp>
      <p:pic>
        <p:nvPicPr>
          <p:cNvPr id="6146" name="Picture 2" descr="How To Control An Aircraft | Tekno-Port">
            <a:extLst>
              <a:ext uri="{FF2B5EF4-FFF2-40B4-BE49-F238E27FC236}">
                <a16:creationId xmlns:a16="http://schemas.microsoft.com/office/drawing/2014/main" id="{E8060246-7A0A-4DBF-A270-0618408B2AC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8167" y="1219200"/>
            <a:ext cx="7686675" cy="53816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24173132"/>
      </p:ext>
    </p:extLst>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0"/>
            <a:ext cx="7772400" cy="1470025"/>
          </a:xfrm>
        </p:spPr>
        <p:txBody>
          <a:bodyPr/>
          <a:lstStyle/>
          <a:p>
            <a:r>
              <a:rPr lang="en-US" dirty="0"/>
              <a:t>STRUTS </a:t>
            </a:r>
            <a:br>
              <a:rPr lang="en-US" dirty="0"/>
            </a:br>
            <a:endParaRPr lang="en-IN" dirty="0"/>
          </a:p>
        </p:txBody>
      </p:sp>
      <p:sp>
        <p:nvSpPr>
          <p:cNvPr id="3" name="Subtitle 2"/>
          <p:cNvSpPr>
            <a:spLocks noGrp="1"/>
          </p:cNvSpPr>
          <p:nvPr>
            <p:ph type="subTitle" idx="1"/>
          </p:nvPr>
        </p:nvSpPr>
        <p:spPr>
          <a:xfrm>
            <a:off x="6096" y="838200"/>
            <a:ext cx="10509504" cy="2819400"/>
          </a:xfrm>
        </p:spPr>
        <p:txBody>
          <a:bodyPr>
            <a:noAutofit/>
          </a:bodyPr>
          <a:lstStyle/>
          <a:p>
            <a:pPr marL="285750" indent="-285750" algn="l">
              <a:lnSpc>
                <a:spcPct val="100000"/>
              </a:lnSpc>
            </a:pPr>
            <a:endParaRPr lang="en-US" sz="2800" dirty="0"/>
          </a:p>
          <a:p>
            <a:pPr marL="285750" indent="-285750" algn="l">
              <a:lnSpc>
                <a:spcPct val="100000"/>
              </a:lnSpc>
            </a:pPr>
            <a:endParaRPr lang="en-US" sz="2800" i="1" dirty="0"/>
          </a:p>
          <a:p>
            <a:pPr marL="285750" indent="-285750" algn="l">
              <a:lnSpc>
                <a:spcPct val="100000"/>
              </a:lnSpc>
            </a:pPr>
            <a:endParaRPr lang="en-IN" sz="2800" dirty="0"/>
          </a:p>
        </p:txBody>
      </p:sp>
      <p:sp>
        <p:nvSpPr>
          <p:cNvPr id="9" name="TextBox 8"/>
          <p:cNvSpPr txBox="1"/>
          <p:nvPr/>
        </p:nvSpPr>
        <p:spPr>
          <a:xfrm>
            <a:off x="304800" y="838200"/>
            <a:ext cx="8915400" cy="6124754"/>
          </a:xfrm>
          <a:prstGeom prst="rect">
            <a:avLst/>
          </a:prstGeom>
          <a:noFill/>
        </p:spPr>
        <p:txBody>
          <a:bodyPr wrap="square" rtlCol="0">
            <a:spAutoFit/>
          </a:bodyPr>
          <a:lstStyle/>
          <a:p>
            <a:pPr>
              <a:buFont typeface="Wingdings" pitchFamily="2" charset="2"/>
              <a:buChar char="Ø"/>
            </a:pPr>
            <a:r>
              <a:rPr lang="en-US" sz="2800" dirty="0"/>
              <a:t>The struts are part of the undercarriage, more commonly known as the landing gear. Their function is to absorb the impact of the landing as the aircraft touches the ground</a:t>
            </a:r>
          </a:p>
          <a:p>
            <a:pPr>
              <a:buFont typeface="Wingdings" pitchFamily="2" charset="2"/>
              <a:buChar char="Ø"/>
            </a:pPr>
            <a:endParaRPr lang="en-US" sz="2800" dirty="0"/>
          </a:p>
          <a:p>
            <a:pPr>
              <a:buFont typeface="Wingdings" pitchFamily="2" charset="2"/>
              <a:buChar char="Ø"/>
            </a:pPr>
            <a:r>
              <a:rPr lang="en-US" sz="2800" dirty="0"/>
              <a:t> Each strut contains a shock absorber (a collection of springs), hydraulic oil and gasses which work together to reduce the impact felt by the passengers.</a:t>
            </a:r>
          </a:p>
          <a:p>
            <a:pPr>
              <a:buFont typeface="Wingdings" pitchFamily="2" charset="2"/>
              <a:buChar char="Ø"/>
            </a:pPr>
            <a:endParaRPr lang="en-US" sz="2800" dirty="0"/>
          </a:p>
          <a:p>
            <a:pPr>
              <a:buFont typeface="Wingdings" pitchFamily="2" charset="2"/>
              <a:buChar char="Ø"/>
            </a:pPr>
            <a:r>
              <a:rPr lang="en-US" sz="2800" dirty="0"/>
              <a:t> On some aircraft, such as those used by student pilots, the struts are made entirely out of spring steel. This type of steel is treated in such a way that it can absorb the shock of landings repeatedly, bending automatically back into shape.</a:t>
            </a:r>
          </a:p>
        </p:txBody>
      </p:sp>
    </p:spTree>
    <p:extLst>
      <p:ext uri="{BB962C8B-B14F-4D97-AF65-F5344CB8AC3E}">
        <p14:creationId xmlns:p14="http://schemas.microsoft.com/office/powerpoint/2010/main" val="2841916114"/>
      </p:ext>
    </p:extLst>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0"/>
            <a:ext cx="7772400" cy="1470025"/>
          </a:xfrm>
        </p:spPr>
        <p:txBody>
          <a:bodyPr/>
          <a:lstStyle/>
          <a:p>
            <a:r>
              <a:rPr lang="en-US" dirty="0"/>
              <a:t>VERTICAL STABILIZER</a:t>
            </a:r>
            <a:br>
              <a:rPr lang="en-US" dirty="0"/>
            </a:br>
            <a:endParaRPr lang="en-IN" dirty="0"/>
          </a:p>
        </p:txBody>
      </p:sp>
      <p:sp>
        <p:nvSpPr>
          <p:cNvPr id="3" name="Subtitle 2"/>
          <p:cNvSpPr>
            <a:spLocks noGrp="1"/>
          </p:cNvSpPr>
          <p:nvPr>
            <p:ph type="subTitle" idx="1"/>
          </p:nvPr>
        </p:nvSpPr>
        <p:spPr>
          <a:xfrm>
            <a:off x="41148" y="1504315"/>
            <a:ext cx="9061704" cy="2819400"/>
          </a:xfrm>
        </p:spPr>
        <p:txBody>
          <a:bodyPr>
            <a:noAutofit/>
          </a:bodyPr>
          <a:lstStyle/>
          <a:p>
            <a:pPr marL="457200" indent="-457200" algn="just">
              <a:lnSpc>
                <a:spcPct val="100000"/>
              </a:lnSpc>
              <a:buFont typeface="Wingdings" panose="05000000000000000000" pitchFamily="2" charset="2"/>
              <a:buChar char="Ø"/>
            </a:pPr>
            <a:r>
              <a:rPr lang="en-US" sz="3200" dirty="0"/>
              <a:t>The vertical stabilizer is designed to stabilize the left-right motion of the aircraft</a:t>
            </a:r>
          </a:p>
          <a:p>
            <a:pPr marL="457200" indent="-457200" algn="just">
              <a:lnSpc>
                <a:spcPct val="100000"/>
              </a:lnSpc>
              <a:buFont typeface="Wingdings" panose="05000000000000000000" pitchFamily="2" charset="2"/>
              <a:buChar char="Ø"/>
            </a:pPr>
            <a:endParaRPr lang="en-US" sz="3200" dirty="0"/>
          </a:p>
          <a:p>
            <a:pPr marL="457200" indent="-457200" algn="just">
              <a:lnSpc>
                <a:spcPct val="100000"/>
              </a:lnSpc>
              <a:buFont typeface="Wingdings" panose="05000000000000000000" pitchFamily="2" charset="2"/>
              <a:buChar char="Ø"/>
            </a:pPr>
            <a:r>
              <a:rPr lang="en-US" sz="3200" dirty="0"/>
              <a:t>While most aircraft use a single stabilizer, some models, such as the Lockheed C-69 Constellation, use multiple, smaller stabilizers.</a:t>
            </a:r>
            <a:endParaRPr lang="en-IN" sz="2800" dirty="0"/>
          </a:p>
        </p:txBody>
      </p:sp>
    </p:spTree>
    <p:extLst>
      <p:ext uri="{BB962C8B-B14F-4D97-AF65-F5344CB8AC3E}">
        <p14:creationId xmlns:p14="http://schemas.microsoft.com/office/powerpoint/2010/main" val="2841916114"/>
      </p:ext>
    </p:extLst>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0"/>
            <a:ext cx="7772400" cy="1470025"/>
          </a:xfrm>
        </p:spPr>
        <p:txBody>
          <a:bodyPr>
            <a:normAutofit/>
          </a:bodyPr>
          <a:lstStyle/>
          <a:p>
            <a:r>
              <a:rPr lang="en-US" dirty="0"/>
              <a:t>WINDSHIELD</a:t>
            </a:r>
          </a:p>
        </p:txBody>
      </p:sp>
      <p:sp>
        <p:nvSpPr>
          <p:cNvPr id="3" name="Subtitle 2"/>
          <p:cNvSpPr>
            <a:spLocks noGrp="1"/>
          </p:cNvSpPr>
          <p:nvPr>
            <p:ph type="subTitle" idx="1"/>
          </p:nvPr>
        </p:nvSpPr>
        <p:spPr>
          <a:xfrm>
            <a:off x="685800" y="1447800"/>
            <a:ext cx="7696200" cy="5105400"/>
          </a:xfrm>
        </p:spPr>
        <p:txBody>
          <a:bodyPr>
            <a:normAutofit/>
          </a:bodyPr>
          <a:lstStyle/>
          <a:p>
            <a:pPr marL="342900" indent="-342900" algn="just">
              <a:buFont typeface="Wingdings" panose="05000000000000000000" pitchFamily="2" charset="2"/>
              <a:buChar char="Ø"/>
            </a:pPr>
            <a:r>
              <a:rPr lang="en-US" sz="2400" dirty="0"/>
              <a:t>The windshield on smaller aircraft is usually made from polycarbonate, a type of plastic, while pressurized airplanes use a sandwich of plastic and glass layers, called a laminate, up to 20mm thick</a:t>
            </a:r>
          </a:p>
          <a:p>
            <a:pPr marL="342900" indent="-342900" algn="just">
              <a:buFont typeface="Wingdings" panose="05000000000000000000" pitchFamily="2" charset="2"/>
              <a:buChar char="Ø"/>
            </a:pPr>
            <a:endParaRPr lang="en-US" sz="2400" dirty="0"/>
          </a:p>
          <a:p>
            <a:pPr marL="342900" indent="-342900" algn="just">
              <a:buFont typeface="Wingdings" panose="05000000000000000000" pitchFamily="2" charset="2"/>
              <a:buChar char="Ø"/>
            </a:pPr>
            <a:r>
              <a:rPr lang="en-US" sz="2400" dirty="0"/>
              <a:t> This is necessary to absorb the impact of birds, insects and other debris that may collide with the windshield as the airplane flies at close to the speed of sound.</a:t>
            </a:r>
          </a:p>
        </p:txBody>
      </p:sp>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0"/>
            <a:ext cx="7772400" cy="1470025"/>
          </a:xfrm>
        </p:spPr>
        <p:txBody>
          <a:bodyPr>
            <a:normAutofit/>
          </a:bodyPr>
          <a:lstStyle/>
          <a:p>
            <a:r>
              <a:rPr lang="en-US" dirty="0"/>
              <a:t>WING</a:t>
            </a:r>
          </a:p>
        </p:txBody>
      </p:sp>
      <p:sp>
        <p:nvSpPr>
          <p:cNvPr id="3" name="Subtitle 2"/>
          <p:cNvSpPr>
            <a:spLocks noGrp="1"/>
          </p:cNvSpPr>
          <p:nvPr>
            <p:ph type="subTitle" idx="1"/>
          </p:nvPr>
        </p:nvSpPr>
        <p:spPr>
          <a:xfrm>
            <a:off x="190500" y="1219200"/>
            <a:ext cx="8763000" cy="3962400"/>
          </a:xfrm>
        </p:spPr>
        <p:txBody>
          <a:bodyPr>
            <a:normAutofit/>
          </a:bodyPr>
          <a:lstStyle/>
          <a:p>
            <a:pPr algn="l"/>
            <a:r>
              <a:rPr lang="en-US" sz="3200" dirty="0"/>
              <a:t>The wing provides the majority of the lift an airplane requires for flight. Its shape is specifically designed for the aircraft to which it is attached. On most aircraft, the interior of the wing is also used to store the fuel required to power the engines.</a:t>
            </a:r>
            <a:endParaRPr lang="en-US" sz="2800" dirty="0"/>
          </a:p>
          <a:p>
            <a:pPr algn="l">
              <a:buFont typeface="Wingdings" pitchFamily="2" charset="2"/>
              <a:buChar char="Ø"/>
            </a:pPr>
            <a:endParaRPr lang="en-US" sz="2800" dirty="0"/>
          </a:p>
          <a:p>
            <a:pPr algn="l">
              <a:buFont typeface="Wingdings" pitchFamily="2" charset="2"/>
              <a:buChar char="Ø"/>
            </a:pPr>
            <a:endParaRPr lang="en-US" sz="2800" dirty="0"/>
          </a:p>
          <a:p>
            <a:pPr algn="l">
              <a:buFont typeface="Wingdings" pitchFamily="2" charset="2"/>
              <a:buChar char="Ø"/>
            </a:pPr>
            <a:endParaRPr lang="en-US" sz="2800" dirty="0"/>
          </a:p>
          <a:p>
            <a:pPr algn="l">
              <a:buFont typeface="Wingdings" pitchFamily="2" charset="2"/>
              <a:buChar char="Ø"/>
            </a:pPr>
            <a:endParaRPr lang="en-US" sz="2800" dirty="0"/>
          </a:p>
          <a:p>
            <a:pPr algn="l">
              <a:buFont typeface="Wingdings" pitchFamily="2" charset="2"/>
              <a:buChar char="Ø"/>
            </a:pPr>
            <a:endParaRPr lang="en-US" sz="2800" dirty="0"/>
          </a:p>
          <a:p>
            <a:pPr algn="l">
              <a:buFont typeface="Wingdings" pitchFamily="2" charset="2"/>
              <a:buChar char="Ø"/>
            </a:pPr>
            <a:endParaRPr lang="en-US" sz="2800" dirty="0"/>
          </a:p>
          <a:p>
            <a:pPr algn="l">
              <a:buFont typeface="Wingdings" pitchFamily="2" charset="2"/>
              <a:buChar char="Ø"/>
            </a:pPr>
            <a:endParaRPr lang="en-US" sz="2800" dirty="0"/>
          </a:p>
          <a:p>
            <a:pPr algn="l">
              <a:buFont typeface="Wingdings" pitchFamily="2" charset="2"/>
              <a:buChar char="Ø"/>
            </a:pPr>
            <a:endParaRPr lang="en-US" sz="2800" dirty="0"/>
          </a:p>
          <a:p>
            <a:pPr algn="l">
              <a:buFont typeface="Wingdings" pitchFamily="2" charset="2"/>
              <a:buChar char="Ø"/>
            </a:pPr>
            <a:endParaRPr lang="en-US" sz="2800" dirty="0"/>
          </a:p>
          <a:p>
            <a:pPr algn="l">
              <a:buFont typeface="Wingdings" pitchFamily="2" charset="2"/>
              <a:buChar char="Ø"/>
            </a:pPr>
            <a:endParaRPr lang="en-US" sz="3200" dirty="0"/>
          </a:p>
          <a:p>
            <a:endParaRPr lang="en-US" sz="3200" dirty="0"/>
          </a:p>
        </p:txBody>
      </p:sp>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0"/>
            <a:ext cx="7772400" cy="1470025"/>
          </a:xfrm>
        </p:spPr>
        <p:txBody>
          <a:bodyPr>
            <a:normAutofit/>
          </a:bodyPr>
          <a:lstStyle/>
          <a:p>
            <a:r>
              <a:rPr lang="en-US" dirty="0"/>
              <a:t>WINGLET</a:t>
            </a:r>
          </a:p>
        </p:txBody>
      </p:sp>
      <p:sp>
        <p:nvSpPr>
          <p:cNvPr id="3" name="Subtitle 2"/>
          <p:cNvSpPr>
            <a:spLocks noGrp="1"/>
          </p:cNvSpPr>
          <p:nvPr>
            <p:ph type="subTitle" idx="1"/>
          </p:nvPr>
        </p:nvSpPr>
        <p:spPr>
          <a:xfrm>
            <a:off x="0" y="1447800"/>
            <a:ext cx="8763000" cy="5181600"/>
          </a:xfrm>
        </p:spPr>
        <p:txBody>
          <a:bodyPr>
            <a:normAutofit/>
          </a:bodyPr>
          <a:lstStyle/>
          <a:p>
            <a:pPr algn="l">
              <a:buFont typeface="Wingdings" pitchFamily="2" charset="2"/>
              <a:buChar char="Ø"/>
            </a:pPr>
            <a:r>
              <a:rPr lang="en-US" sz="2400" dirty="0"/>
              <a:t>Some aircraft wings have an additional component called a winglet, which is located at the end of each wing</a:t>
            </a:r>
          </a:p>
          <a:p>
            <a:pPr algn="l">
              <a:buFont typeface="Wingdings" pitchFamily="2" charset="2"/>
              <a:buChar char="Ø"/>
            </a:pPr>
            <a:endParaRPr lang="en-US" sz="2400" dirty="0"/>
          </a:p>
          <a:p>
            <a:pPr algn="l">
              <a:buFont typeface="Wingdings" pitchFamily="2" charset="2"/>
              <a:buChar char="Ø"/>
            </a:pPr>
            <a:r>
              <a:rPr lang="en-US" sz="2400" dirty="0"/>
              <a:t>Its purpose is to reduce the drag (or air resistance) the wing produces as it pushes through the air</a:t>
            </a:r>
          </a:p>
          <a:p>
            <a:pPr algn="l">
              <a:buFont typeface="Wingdings" pitchFamily="2" charset="2"/>
              <a:buChar char="Ø"/>
            </a:pPr>
            <a:endParaRPr lang="en-US" sz="2400" dirty="0"/>
          </a:p>
          <a:p>
            <a:pPr algn="l">
              <a:buFont typeface="Wingdings" pitchFamily="2" charset="2"/>
              <a:buChar char="Ø"/>
            </a:pPr>
            <a:r>
              <a:rPr lang="en-US" sz="2400" dirty="0"/>
              <a:t>It allows the airplane to fly faster, but also means it burns less fuel, allowing it to fly longer distances without refueling.</a:t>
            </a:r>
          </a:p>
        </p:txBody>
      </p:sp>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0"/>
            <a:ext cx="7772400" cy="1470025"/>
          </a:xfrm>
        </p:spPr>
        <p:txBody>
          <a:bodyPr>
            <a:normAutofit/>
          </a:bodyPr>
          <a:lstStyle/>
          <a:p>
            <a:r>
              <a:rPr lang="en-US" dirty="0"/>
              <a:t>wheel</a:t>
            </a:r>
          </a:p>
        </p:txBody>
      </p:sp>
      <p:sp>
        <p:nvSpPr>
          <p:cNvPr id="3" name="Subtitle 2"/>
          <p:cNvSpPr>
            <a:spLocks noGrp="1"/>
          </p:cNvSpPr>
          <p:nvPr>
            <p:ph type="subTitle" idx="1"/>
          </p:nvPr>
        </p:nvSpPr>
        <p:spPr>
          <a:xfrm>
            <a:off x="0" y="1447800"/>
            <a:ext cx="8763000" cy="5181600"/>
          </a:xfrm>
        </p:spPr>
        <p:txBody>
          <a:bodyPr>
            <a:normAutofit/>
          </a:bodyPr>
          <a:lstStyle/>
          <a:p>
            <a:pPr algn="l">
              <a:buFont typeface="Wingdings" pitchFamily="2" charset="2"/>
              <a:buChar char="Ø"/>
            </a:pPr>
            <a:r>
              <a:rPr lang="en-US" sz="2400" dirty="0"/>
              <a:t>The wheels are another part of the undercarriage, or landing gear. While most aircraft have a minimum of three wheels, larger aircraft require many more to support their immense weight</a:t>
            </a:r>
          </a:p>
          <a:p>
            <a:pPr algn="l">
              <a:buFont typeface="Wingdings" pitchFamily="2" charset="2"/>
              <a:buChar char="Ø"/>
            </a:pPr>
            <a:endParaRPr lang="en-US" sz="2400" dirty="0"/>
          </a:p>
          <a:p>
            <a:pPr algn="l">
              <a:buFont typeface="Wingdings" pitchFamily="2" charset="2"/>
              <a:buChar char="Ø"/>
            </a:pPr>
            <a:r>
              <a:rPr lang="en-US" sz="2400" dirty="0"/>
              <a:t> Typically aircraft wheels are filled with nitrogen instead of air. This is because the pressure of nitrogen gas changes very little with changes in altitude or temperature, which is something aircraft constantly experience</a:t>
            </a:r>
          </a:p>
        </p:txBody>
      </p:sp>
    </p:spTree>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pPr>
              <a:defRPr/>
            </a:pPr>
            <a:endParaRPr lang="en-IN" dirty="0"/>
          </a:p>
        </p:txBody>
      </p:sp>
      <p:sp>
        <p:nvSpPr>
          <p:cNvPr id="105475" name="Subtitle 2"/>
          <p:cNvSpPr>
            <a:spLocks noGrp="1"/>
          </p:cNvSpPr>
          <p:nvPr>
            <p:ph type="subTitle" idx="1"/>
          </p:nvPr>
        </p:nvSpPr>
        <p:spPr/>
        <p:txBody>
          <a:bodyPr/>
          <a:lstStyle/>
          <a:p>
            <a:endParaRPr lang="en-IN" altLang="en-US" dirty="0"/>
          </a:p>
        </p:txBody>
      </p:sp>
      <p:pic>
        <p:nvPicPr>
          <p:cNvPr id="105476" name="Picture 2" descr="1 (39)"/>
          <p:cNvPicPr>
            <a:picLocks noChangeAspect="1" noChangeArrowheads="1"/>
          </p:cNvPicPr>
          <p:nvPr/>
        </p:nvPicPr>
        <p:blipFill>
          <a:blip r:embed="rId3" cstate="print"/>
          <a:srcRect l="6977" t="6977"/>
          <a:stretch>
            <a:fillRect/>
          </a:stretch>
        </p:blipFill>
        <p:spPr bwMode="auto">
          <a:xfrm>
            <a:off x="0" y="0"/>
            <a:ext cx="9144000" cy="6858000"/>
          </a:xfrm>
          <a:prstGeom prst="rect">
            <a:avLst/>
          </a:prstGeom>
          <a:noFill/>
          <a:ln w="9525">
            <a:noFill/>
            <a:miter lim="800000"/>
            <a:headEnd/>
            <a:tailEnd/>
          </a:ln>
        </p:spPr>
      </p:pic>
      <p:sp>
        <p:nvSpPr>
          <p:cNvPr id="5" name="Footer Placeholder 4"/>
          <p:cNvSpPr txBox="1"/>
          <p:nvPr/>
        </p:nvSpPr>
        <p:spPr bwMode="auto">
          <a:xfrm>
            <a:off x="0" y="5829300"/>
            <a:ext cx="9144000" cy="1028700"/>
          </a:xfrm>
          <a:prstGeom prst="rect">
            <a:avLst/>
          </a:prstGeom>
          <a:no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lIns="91440" tIns="45720" rIns="91440" bIns="45720" rtlCol="0" anchor="ctr">
            <a:normAutofit/>
          </a:bodyPr>
          <a:lstStyle>
            <a:lvl1pPr algn="ctr" defTabSz="685800" eaLnBrk="1" latinLnBrk="0" hangingPunct="1">
              <a:lnSpc>
                <a:spcPct val="90000"/>
              </a:lnSpc>
              <a:buNone/>
              <a:defRPr sz="3200" b="1" i="0" u="sng" cap="all">
                <a:solidFill>
                  <a:srgbClr val="FFFF00"/>
                </a:solidFill>
                <a:effectLst>
                  <a:outerShdw blurRad="50800" dist="63500" dir="2700000" algn="tl" rotWithShape="0">
                    <a:srgbClr val="000000">
                      <a:alpha val="48000"/>
                    </a:srgbClr>
                  </a:outerShdw>
                </a:effectLst>
                <a:latin typeface="Arial" panose="020B0604020202020204" pitchFamily="34" charset="0"/>
                <a:ea typeface="+mj-ea"/>
                <a:cs typeface="Arial" panose="020B0604020202020204" pitchFamily="34" charset="0"/>
              </a:defRPr>
            </a:lvl1pPr>
          </a:lstStyle>
          <a:p>
            <a:r>
              <a:rPr lang="en-US" altLang="en-US" sz="6600" b="0" u="none" cap="none" dirty="0">
                <a:ln w="6350">
                  <a:noFill/>
                </a:ln>
                <a:solidFill>
                  <a:schemeClr val="tx1"/>
                </a:solidFill>
                <a:effectLst/>
                <a:latin typeface="Monotype Corsiva" panose="03010101010201010101" pitchFamily="66" charset="0"/>
                <a:ea typeface="+mn-ea"/>
              </a:rPr>
              <a:t>Thank You</a:t>
            </a:r>
          </a:p>
        </p:txBody>
      </p:sp>
      <p:pic>
        <p:nvPicPr>
          <p:cNvPr id="6" name="Picture 5"/>
          <p:cNvPicPr>
            <a:picLocks noChangeAspect="1" noChangeArrowheads="1"/>
          </p:cNvPicPr>
          <p:nvPr/>
        </p:nvPicPr>
        <p:blipFill>
          <a:blip r:embed="rId4" cstate="print">
            <a:clrChange>
              <a:clrFrom>
                <a:srgbClr val="FFFFFF"/>
              </a:clrFrom>
              <a:clrTo>
                <a:srgbClr val="FFFFFF">
                  <a:alpha val="0"/>
                </a:srgbClr>
              </a:clrTo>
            </a:clrChange>
          </a:blip>
          <a:srcRect l="59938" r="21135"/>
          <a:stretch>
            <a:fillRect/>
          </a:stretch>
        </p:blipFill>
        <p:spPr bwMode="auto">
          <a:xfrm rot="206801">
            <a:off x="6812928" y="372839"/>
            <a:ext cx="2298331" cy="1158374"/>
          </a:xfrm>
          <a:prstGeom prst="rect">
            <a:avLst/>
          </a:prstGeom>
          <a:noFill/>
          <a:ln w="9525">
            <a:noFill/>
            <a:miter lim="800000"/>
            <a:headEnd/>
            <a:tailEnd/>
          </a:ln>
        </p:spPr>
      </p:pic>
      <p:pic>
        <p:nvPicPr>
          <p:cNvPr id="7" name="Picture 4" descr="\\161.9.45.212\samba\IT Cell\p8i\p-8I.jpg"/>
          <p:cNvPicPr>
            <a:picLocks noChangeAspect="1" noChangeArrowheads="1"/>
          </p:cNvPicPr>
          <p:nvPr/>
        </p:nvPicPr>
        <p:blipFill>
          <a:blip r:embed="rId5" cstate="print">
            <a:clrChange>
              <a:clrFrom>
                <a:srgbClr val="FFFFFF"/>
              </a:clrFrom>
              <a:clrTo>
                <a:srgbClr val="FFFFFF">
                  <a:alpha val="0"/>
                </a:srgbClr>
              </a:clrTo>
            </a:clrChange>
          </a:blip>
          <a:srcRect/>
          <a:stretch>
            <a:fillRect/>
          </a:stretch>
        </p:blipFill>
        <p:spPr bwMode="auto">
          <a:xfrm rot="20415263">
            <a:off x="-163331" y="21374"/>
            <a:ext cx="3071907" cy="1372109"/>
          </a:xfrm>
          <a:prstGeom prst="rect">
            <a:avLst/>
          </a:prstGeom>
          <a:noFill/>
        </p:spPr>
      </p:pic>
      <p:pic>
        <p:nvPicPr>
          <p:cNvPr id="8" name="Picture 2" descr="\\161.9.45.212\samba\IT Cell\niat log.jpg"/>
          <p:cNvPicPr>
            <a:picLocks noChangeAspect="1" noChangeArrowheads="1"/>
          </p:cNvPicPr>
          <p:nvPr/>
        </p:nvPicPr>
        <p:blipFill>
          <a:blip r:embed="rId6" cstate="print">
            <a:clrChange>
              <a:clrFrom>
                <a:srgbClr val="FDFDFD"/>
              </a:clrFrom>
              <a:clrTo>
                <a:srgbClr val="FDFDFD">
                  <a:alpha val="0"/>
                </a:srgbClr>
              </a:clrTo>
            </a:clrChange>
          </a:blip>
          <a:stretch>
            <a:fillRect/>
          </a:stretch>
        </p:blipFill>
        <p:spPr bwMode="auto">
          <a:xfrm>
            <a:off x="7620001" y="2823408"/>
            <a:ext cx="1524000" cy="1905000"/>
          </a:xfrm>
          <a:prstGeom prst="rect">
            <a:avLst/>
          </a:prstGeom>
          <a:noFill/>
          <a:ln>
            <a:noFill/>
          </a:ln>
        </p:spPr>
      </p:pic>
      <p:pic>
        <p:nvPicPr>
          <p:cNvPr id="4" name="Picture 3"/>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90488" y="2158154"/>
            <a:ext cx="2681288" cy="2145031"/>
          </a:xfrm>
          <a:prstGeom prst="rect">
            <a:avLst/>
          </a:prstGeom>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05476"/>
                                        </p:tgtEl>
                                        <p:attrNameLst>
                                          <p:attrName>style.visibility</p:attrName>
                                        </p:attrNameLst>
                                      </p:cBhvr>
                                      <p:to>
                                        <p:strVal val="visible"/>
                                      </p:to>
                                    </p:set>
                                    <p:animEffect transition="in" filter="fade">
                                      <p:cBhvr>
                                        <p:cTn id="7" dur="1000"/>
                                        <p:tgtEl>
                                          <p:spTgt spid="105476"/>
                                        </p:tgtEl>
                                      </p:cBhvr>
                                    </p:animEffect>
                                    <p:anim calcmode="lin" valueType="num">
                                      <p:cBhvr>
                                        <p:cTn id="8" dur="1000" fill="hold"/>
                                        <p:tgtEl>
                                          <p:spTgt spid="105476"/>
                                        </p:tgtEl>
                                        <p:attrNameLst>
                                          <p:attrName>ppt_x</p:attrName>
                                        </p:attrNameLst>
                                      </p:cBhvr>
                                      <p:tavLst>
                                        <p:tav tm="0">
                                          <p:val>
                                            <p:strVal val="#ppt_x"/>
                                          </p:val>
                                        </p:tav>
                                        <p:tav tm="100000">
                                          <p:val>
                                            <p:strVal val="#ppt_x"/>
                                          </p:val>
                                        </p:tav>
                                      </p:tavLst>
                                    </p:anim>
                                    <p:anim calcmode="lin" valueType="num">
                                      <p:cBhvr>
                                        <p:cTn id="9" dur="1000" fill="hold"/>
                                        <p:tgtEl>
                                          <p:spTgt spid="10547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Damask">
  <a:themeElements>
    <a:clrScheme name="Damask">
      <a:dk1>
        <a:sysClr val="windowText" lastClr="000000"/>
      </a:dk1>
      <a:lt1>
        <a:sysClr val="window" lastClr="FFFFFF"/>
      </a:lt1>
      <a:dk2>
        <a:srgbClr val="2A5B7F"/>
      </a:dk2>
      <a:lt2>
        <a:srgbClr val="ABDAFC"/>
      </a:lt2>
      <a:accent1>
        <a:srgbClr val="9EC544"/>
      </a:accent1>
      <a:accent2>
        <a:srgbClr val="50BEA3"/>
      </a:accent2>
      <a:accent3>
        <a:srgbClr val="4A9CCC"/>
      </a:accent3>
      <a:accent4>
        <a:srgbClr val="9A66CA"/>
      </a:accent4>
      <a:accent5>
        <a:srgbClr val="C54F71"/>
      </a:accent5>
      <a:accent6>
        <a:srgbClr val="DE9C3C"/>
      </a:accent6>
      <a:hlink>
        <a:srgbClr val="6BA9DA"/>
      </a:hlink>
      <a:folHlink>
        <a:srgbClr val="A0BCD3"/>
      </a:folHlink>
    </a:clrScheme>
    <a:fontScheme name="Damask">
      <a:majorFont>
        <a:latin typeface="Bookman Old Style"/>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Rockwel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amask">
      <a:fillStyleLst>
        <a:solidFill>
          <a:schemeClr val="phClr"/>
        </a:solidFill>
        <a:gradFill rotWithShape="1">
          <a:gsLst>
            <a:gs pos="0">
              <a:schemeClr val="phClr">
                <a:tint val="48000"/>
                <a:satMod val="105000"/>
                <a:lumMod val="110000"/>
              </a:schemeClr>
            </a:gs>
            <a:gs pos="100000">
              <a:schemeClr val="phClr">
                <a:tint val="78000"/>
                <a:satMod val="109000"/>
                <a:lumMod val="100000"/>
              </a:schemeClr>
            </a:gs>
          </a:gsLst>
          <a:lin ang="5400000" scaled="0"/>
        </a:gradFill>
        <a:gradFill rotWithShape="1">
          <a:gsLst>
            <a:gs pos="0">
              <a:schemeClr val="phClr">
                <a:tint val="94000"/>
                <a:satMod val="100000"/>
                <a:lumMod val="104000"/>
              </a:schemeClr>
            </a:gs>
            <a:gs pos="69000">
              <a:schemeClr val="phClr">
                <a:shade val="86000"/>
                <a:satMod val="130000"/>
                <a:lumMod val="102000"/>
              </a:schemeClr>
            </a:gs>
            <a:gs pos="100000">
              <a:schemeClr val="phClr">
                <a:shade val="72000"/>
                <a:satMod val="130000"/>
                <a:lumMod val="100000"/>
              </a:schemeClr>
            </a:gs>
          </a:gsLst>
          <a:lin ang="5400000" scaled="0"/>
        </a:gradFill>
      </a:fillStyleLst>
      <a:lnStyleLst>
        <a:ln w="12700"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50800" dist="38100" dir="5400000" sy="96000" rotWithShape="0">
              <a:srgbClr val="000000">
                <a:alpha val="54000"/>
              </a:srgbClr>
            </a:outerShdw>
          </a:effectLst>
        </a:effectStyle>
        <a:effectStyle>
          <a:effectLst>
            <a:outerShdw blurRad="76200" dist="38100" dir="5400000" algn="ctr" rotWithShape="0">
              <a:srgbClr val="000000">
                <a:alpha val="76000"/>
              </a:srgbClr>
            </a:outerShdw>
          </a:effectLst>
          <a:scene3d>
            <a:camera prst="orthographicFront">
              <a:rot lat="0" lon="0" rev="0"/>
            </a:camera>
            <a:lightRig rig="balanced" dir="t"/>
          </a:scene3d>
          <a:sp3d prstMaterial="matte">
            <a:bevelT w="25400" h="25400" prst="relaxedInset"/>
          </a:sp3d>
        </a:effectStyle>
      </a:effectStyleLst>
      <a:bgFillStyleLst>
        <a:solidFill>
          <a:schemeClr val="phClr"/>
        </a:solidFill>
        <a:solidFill>
          <a:schemeClr val="phClr">
            <a:tint val="95000"/>
            <a:satMod val="170000"/>
          </a:schemeClr>
        </a:solidFill>
        <a:blipFill rotWithShape="1">
          <a:blip xmlns:r="http://schemas.openxmlformats.org/officeDocument/2006/relationships" r:embed="rId1">
            <a:duotone>
              <a:schemeClr val="phClr">
                <a:shade val="18000"/>
                <a:satMod val="160000"/>
                <a:lumMod val="28000"/>
              </a:schemeClr>
              <a:schemeClr val="phClr">
                <a:tint val="95000"/>
                <a:satMod val="160000"/>
                <a:lumMod val="116000"/>
              </a:schemeClr>
            </a:duotone>
          </a:blip>
          <a:stretch/>
        </a:blipFill>
      </a:bgFillStyleLst>
    </a:fmtScheme>
  </a:themeElements>
  <a:objectDefaults/>
  <a:extraClrSchemeLst/>
  <a:extLst>
    <a:ext uri="{05A4C25C-085E-4340-85A3-A5531E510DB2}">
      <thm15:themeFamily xmlns:thm15="http://schemas.microsoft.com/office/thememl/2012/main" name="Damask" id="{F9A299A0-33D0-4E0F-9F3F-7163E3744208}" vid="{746EEEEA-FB6A-406B-B510-531588D54811}"/>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23322</TotalTime>
  <Words>1346</Words>
  <Application>Microsoft Office PowerPoint</Application>
  <PresentationFormat>On-screen Show (4:3)</PresentationFormat>
  <Paragraphs>172</Paragraphs>
  <Slides>22</Slides>
  <Notes>21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22</vt:i4>
      </vt:variant>
    </vt:vector>
  </HeadingPairs>
  <TitlesOfParts>
    <vt:vector size="27" baseType="lpstr">
      <vt:lpstr>Arial</vt:lpstr>
      <vt:lpstr>Monotype Corsiva</vt:lpstr>
      <vt:lpstr>Rockwell</vt:lpstr>
      <vt:lpstr>Wingdings</vt:lpstr>
      <vt:lpstr>Damask</vt:lpstr>
      <vt:lpstr>Identification of various structural parts</vt:lpstr>
      <vt:lpstr>introduction </vt:lpstr>
      <vt:lpstr>aileron </vt:lpstr>
      <vt:lpstr>aileron </vt:lpstr>
      <vt:lpstr>antenna </vt:lpstr>
      <vt:lpstr>antenna </vt:lpstr>
      <vt:lpstr>elevator </vt:lpstr>
      <vt:lpstr>empennage </vt:lpstr>
      <vt:lpstr>PowerPoint Presentation</vt:lpstr>
      <vt:lpstr>FUSELAGE</vt:lpstr>
      <vt:lpstr>HORIZANTAL STABILIZER</vt:lpstr>
      <vt:lpstr>RUDDER </vt:lpstr>
      <vt:lpstr>SLAT</vt:lpstr>
      <vt:lpstr>SPOILER</vt:lpstr>
      <vt:lpstr>spoiler</vt:lpstr>
      <vt:lpstr>STRUTS  </vt:lpstr>
      <vt:lpstr>VERTICAL STABILIZER </vt:lpstr>
      <vt:lpstr>WINDSHIELD</vt:lpstr>
      <vt:lpstr>WING</vt:lpstr>
      <vt:lpstr>WINGLET</vt:lpstr>
      <vt:lpstr>wheel</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NAVAL INSTITUTE OF  AERONAUTICAL TECHNOLOGY</dc:title>
  <dc:creator>niat-itofficer</dc:creator>
  <cp:lastModifiedBy>Prakash Pujari</cp:lastModifiedBy>
  <cp:revision>2064</cp:revision>
  <dcterms:created xsi:type="dcterms:W3CDTF">2017-07-14T05:21:03Z</dcterms:created>
  <dcterms:modified xsi:type="dcterms:W3CDTF">2020-11-02T03:51:47Z</dcterms:modified>
</cp:coreProperties>
</file>